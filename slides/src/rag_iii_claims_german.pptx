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67" r:id="rId1"/>
  </p:sldMasterIdLst>
  <p:notesMasterIdLst>
    <p:notesMasterId r:id="rId10"/>
  </p:notesMasterIdLst>
  <p:handoutMasterIdLst>
    <p:handoutMasterId r:id="rId11"/>
  </p:handoutMasterIdLst>
  <p:sldIdLst>
    <p:sldId id="256" r:id="rId8"/>
    <p:sldId id="257" r:id="rId9"/>
    <p:sldId id="258" r:id="rId7"/>
    <p:sldId id="259" r:id="rId6"/>
    <p:sldId id="260" r:id="rId5"/>
    <p:sldId id="261" r:id="rId4"/>
    <p:sldId id="262" r:id="rId3"/>
    <p:sldId id="263" r:id="rId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C580"/>
    <a:srgbClr val="007A9E"/>
    <a:srgbClr val="B1063A"/>
    <a:srgbClr val="F6A800"/>
    <a:srgbClr val="18E797"/>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32"/>
    <p:restoredTop sz="94665"/>
  </p:normalViewPr>
  <p:slideViewPr>
    <p:cSldViewPr snapToGrid="0">
      <p:cViewPr varScale="1">
        <p:scale>
          <a:sx n="108" d="100"/>
          <a:sy n="108" d="100"/>
        </p:scale>
        <p:origin x="62" y="134"/>
      </p:cViewPr>
      <p:guideLst>
        <p:guide orient="horz" pos="2160"/>
        <p:guide pos="3840"/>
      </p:guideLst>
    </p:cSldViewPr>
  </p:slideViewPr>
  <p:notesTextViewPr>
    <p:cViewPr>
      <p:scale>
        <a:sx n="1" d="1"/>
        <a:sy n="1" d="1"/>
      </p:scale>
      <p:origin x="0" y="0"/>
    </p:cViewPr>
  </p:notesTextViewPr>
  <p:notesViewPr>
    <p:cSldViewPr snapToGrid="0">
      <p:cViewPr varScale="1">
        <p:scale>
          <a:sx n="121" d="100"/>
          <a:sy n="121" d="100"/>
        </p:scale>
        <p:origin x="4164"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FEC12233-42E3-BCF6-904D-3837B15E2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BC0507-4319-6E48-86C4-FB29BF2958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EA22D8D-A38A-4E73-8A50-D9155A9F6B37}" type="datetimeFigureOut">
              <a:rPr lang="de-DE" smtClean="0"/>
              <a:t>20.08.2026</a:t>
            </a:fld>
            <a:endParaRPr lang="de-DE"/>
          </a:p>
        </p:txBody>
      </p:sp>
      <p:sp>
        <p:nvSpPr>
          <p:cNvPr id="4" name="Fußzeilenplatzhalter 3">
            <a:extLst>
              <a:ext uri="{FF2B5EF4-FFF2-40B4-BE49-F238E27FC236}">
                <a16:creationId xmlns:a16="http://schemas.microsoft.com/office/drawing/2014/main" id="{3C421255-D7CA-62E5-D227-9FADC5710D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17726FB-131F-52B1-56D6-4DB1DF2D31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4CFDBFB-1AF6-40BB-B54E-A579A4352E23}" type="slidenum">
              <a:rPr lang="de-DE" smtClean="0"/>
              <a:t>‹Nr.›</a:t>
            </a:fld>
            <a:endParaRPr lang="de-DE"/>
          </a:p>
        </p:txBody>
      </p:sp>
    </p:spTree>
    <p:extLst>
      <p:ext uri="{BB962C8B-B14F-4D97-AF65-F5344CB8AC3E}">
        <p14:creationId xmlns:p14="http://schemas.microsoft.com/office/powerpoint/2010/main" val="29599894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‹Nr.›</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microsoft.com/office/2007/relationships/hdphoto" Target="../media/hdphoto1.wdp"/><Relationship Id="rId6"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microsoft.com/office/2007/relationships/hdphoto" Target="../media/hdphoto2.wdp"/><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3.wdp"/><Relationship Id="rId4" Type="http://schemas.openxmlformats.org/officeDocument/2006/relationships/image" Target="../media/image3.png"/><Relationship Id="rId5"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elfolie">
  <p:cSld name="Titelfolie">
    <p:bg>
      <p:bgPr>
        <a:solidFill>
          <a:schemeClr val="lt1"/>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18" name="Google Shape;18;p2"/>
          <p:cNvPicPr preferRelativeResize="0"/>
          <p:nvPr/>
        </p:nvPicPr>
        <p:blipFill rotWithShape="1">
          <a:blip r:embed="rId2">
            <a:alphaModFix/>
          </a:blip>
          <a:srcRect/>
          <a:stretch/>
        </p:blipFill>
        <p:spPr>
          <a:xfrm>
            <a:off x="465589" y="5734050"/>
            <a:ext cx="2229230" cy="828000"/>
          </a:xfrm>
          <a:prstGeom prst="rect">
            <a:avLst/>
          </a:prstGeom>
          <a:noFill/>
          <a:ln>
            <a:noFill/>
          </a:ln>
        </p:spPr>
      </p:pic>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0" name="Google Shape;20;p2"/>
          <p:cNvPicPr preferRelativeResize="0"/>
          <p:nvPr/>
        </p:nvPicPr>
        <p:blipFill rotWithShape="1">
          <a:blip r:embed="rId2">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1" name="Google Shape;21;p2"/>
          <p:cNvPicPr preferRelativeResize="0"/>
          <p:nvPr/>
        </p:nvPicPr>
        <p:blipFill rotWithShape="1">
          <a:blip r:embed="rId3">
            <a:alphaModFix/>
            <a:duotone>
              <a:prstClr val="black"/>
              <a:schemeClr val="accent4">
                <a:tint val="45000"/>
                <a:satMod val="400000"/>
              </a:schemeClr>
            </a:duotone>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pic>
        <p:nvPicPr>
          <p:cNvPr id="3" name="Grafik 2" descr="Ein Bild, das Text, Schrift, Screenshot, Grafiken enthält.&#10;&#10;KI-generierte Inhalte können fehlerhaft sein.">
            <a:extLst>
              <a:ext uri="{FF2B5EF4-FFF2-40B4-BE49-F238E27FC236}">
                <a16:creationId xmlns:a16="http://schemas.microsoft.com/office/drawing/2014/main" id="{E81DAFF2-0889-E0F9-8F38-135A72BA98BE}"/>
              </a:ext>
            </a:extLst>
          </p:cNvPr>
          <p:cNvPicPr>
            <a:picLocks noChangeAspect="1"/>
          </p:cNvPicPr>
          <p:nvPr userDrawn="1"/>
        </p:nvPicPr>
        <p:blipFill>
          <a:blip r:embed="rId4"/>
          <a:stretch>
            <a:fillRect/>
          </a:stretch>
        </p:blipFill>
        <p:spPr>
          <a:xfrm>
            <a:off x="10026263" y="453524"/>
            <a:ext cx="1705178" cy="603083"/>
          </a:xfrm>
          <a:prstGeom prst="rect">
            <a:avLst/>
          </a:prstGeom>
        </p:spPr>
      </p:pic>
      <p:pic>
        <p:nvPicPr>
          <p:cNvPr id="8" name="Grafik 7" descr="Ein Bild, das Text, Schrift, Screenshot, Visitenkarte enthält.&#10;&#10;KI-generierte Inhalte können fehlerhaft sein.">
            <a:extLst>
              <a:ext uri="{FF2B5EF4-FFF2-40B4-BE49-F238E27FC236}">
                <a16:creationId xmlns:a16="http://schemas.microsoft.com/office/drawing/2014/main" id="{9ACFAC27-EC97-9C9F-2A5C-709764FCE5CE}"/>
              </a:ext>
            </a:extLst>
          </p:cNvPr>
          <p:cNvPicPr>
            <a:picLocks noChangeAspect="1"/>
          </p:cNvPicPr>
          <p:nvPr userDrawn="1"/>
        </p:nvPicPr>
        <p:blipFill>
          <a:blip r:embed="rId5"/>
          <a:stretch>
            <a:fillRect/>
          </a:stretch>
        </p:blipFill>
        <p:spPr>
          <a:xfrm>
            <a:off x="9998127" y="1208272"/>
            <a:ext cx="1705179" cy="113812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p:bg>
      <p:bgPr>
        <a:solidFill>
          <a:srgbClr val="007A9E"/>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134;p15">
            <a:extLst>
              <a:ext uri="{FF2B5EF4-FFF2-40B4-BE49-F238E27FC236}">
                <a16:creationId xmlns:a16="http://schemas.microsoft.com/office/drawing/2014/main" id="{CC4BE7D5-1352-5B00-5621-A958D5BE4FA5}"/>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775135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p:bg>
      <p:bgPr>
        <a:solidFill>
          <a:srgbClr val="18E797"/>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96834F11-6396-8BB9-7520-9DD3ADB01DAE}"/>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267D76-D5BA-6845-E3AB-2F4598ADC1F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5998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8781CD25-6811-018E-09CF-0BE31A58DCD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B9C4789-6EA7-5996-483E-221604B7C12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48527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p:bg>
      <p:bgPr>
        <a:solidFill>
          <a:schemeClr val="accent6"/>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39C02A8-790F-AD34-F688-7E805090288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9493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F6A800"/>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50148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30527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p:bg>
      <p:bgPr>
        <a:solidFill>
          <a:srgbClr val="B1063A"/>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5F1BB485-FCF5-2D04-AFE5-6D2EFEF92CA8}"/>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EF65610-C453-6A30-68F2-BD813F03B1D3}"/>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016818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Leer dunkel" preserve="1" userDrawn="1">
  <p:cSld name="Inhalt">
    <p:bg>
      <p:bgPr>
        <a:solidFill>
          <a:schemeClr val="bg1"/>
        </a:solidFill>
        <a:effectLst/>
      </p:bgPr>
    </p:bg>
    <p:spTree>
      <p:nvGrpSpPr>
        <p:cNvPr id="1" name="Shape 61"/>
        <p:cNvGrpSpPr/>
        <p:nvPr/>
      </p:nvGrpSpPr>
      <p:grpSpPr>
        <a:xfrm>
          <a:off x="0" y="0"/>
          <a:ext cx="0" cy="0"/>
          <a:chOff x="0" y="0"/>
          <a:chExt cx="0" cy="0"/>
        </a:xfrm>
      </p:grpSpPr>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23E18989-F6B4-6EF4-90C9-67F89F8042C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8" name="Google Shape;140;p16">
            <a:extLst>
              <a:ext uri="{FF2B5EF4-FFF2-40B4-BE49-F238E27FC236}">
                <a16:creationId xmlns:a16="http://schemas.microsoft.com/office/drawing/2014/main" id="{83E3C31D-BDFA-6851-61C1-8CC30E69A4D2}"/>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11" name="Grafik 10" descr="Ein Bild, das Text, Schrift, Screenshot, Grafiken enthält.&#10;&#10;KI-generierte Inhalte können fehlerhaft sein.">
            <a:extLst>
              <a:ext uri="{FF2B5EF4-FFF2-40B4-BE49-F238E27FC236}">
                <a16:creationId xmlns:a16="http://schemas.microsoft.com/office/drawing/2014/main" id="{4D57BB97-F3F1-3BBD-556F-68BD8167916A}"/>
              </a:ext>
            </a:extLst>
          </p:cNvPr>
          <p:cNvPicPr>
            <a:picLocks noChangeAspect="1"/>
          </p:cNvPicPr>
          <p:nvPr userDrawn="1"/>
        </p:nvPicPr>
        <p:blipFill>
          <a:blip r:embed="rId3"/>
          <a:stretch>
            <a:fillRect/>
          </a:stretch>
        </p:blipFill>
        <p:spPr>
          <a:xfrm>
            <a:off x="10224903" y="271341"/>
            <a:ext cx="1705178" cy="603083"/>
          </a:xfrm>
          <a:prstGeom prst="rect">
            <a:avLst/>
          </a:prstGeom>
        </p:spPr>
      </p:pic>
      <p:sp>
        <p:nvSpPr>
          <p:cNvPr id="12" name="Google Shape;24;p2">
            <a:extLst>
              <a:ext uri="{FF2B5EF4-FFF2-40B4-BE49-F238E27FC236}">
                <a16:creationId xmlns:a16="http://schemas.microsoft.com/office/drawing/2014/main" id="{9544BBB8-AABB-F348-E790-A025FC7097CF}"/>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0" name="Google Shape;40;p4">
            <a:extLst>
              <a:ext uri="{FF2B5EF4-FFF2-40B4-BE49-F238E27FC236}">
                <a16:creationId xmlns:a16="http://schemas.microsoft.com/office/drawing/2014/main" id="{BB194991-4909-0985-60EF-39F5D242E29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5A040F92-419B-29C0-2C02-9665F52DF3F1}"/>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882283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folie" preserve="1">
  <p:cSld name="Titelfolie dunkel">
    <p:bg>
      <p:bgPr>
        <a:solidFill>
          <a:schemeClr val="bg2"/>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lang="de-DE" dirty="0"/>
          </a:p>
        </p:txBody>
      </p:sp>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1" name="Google Shape;21;p2"/>
          <p:cNvPicPr preferRelativeResize="0"/>
          <p:nvPr/>
        </p:nvPicPr>
        <p:blipFill rotWithShape="1">
          <a:blip r:embed="rId2">
            <a:alphaModFix/>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4" name="Grafik 3">
            <a:extLst>
              <a:ext uri="{FF2B5EF4-FFF2-40B4-BE49-F238E27FC236}">
                <a16:creationId xmlns:a16="http://schemas.microsoft.com/office/drawing/2014/main" id="{A0E3660A-1D0C-8A16-64A4-473D6A33D539}"/>
              </a:ext>
            </a:extLst>
          </p:cNvPr>
          <p:cNvPicPr>
            <a:picLocks noChangeAspect="1"/>
          </p:cNvPicPr>
          <p:nvPr userDrawn="1"/>
        </p:nvPicPr>
        <p:blipFill>
          <a:blip r:embed="rId3"/>
          <a:stretch>
            <a:fillRect/>
          </a:stretch>
        </p:blipFill>
        <p:spPr>
          <a:xfrm>
            <a:off x="10004523" y="446444"/>
            <a:ext cx="1726918" cy="610163"/>
          </a:xfrm>
          <a:prstGeom prst="rect">
            <a:avLst/>
          </a:prstGeom>
        </p:spPr>
      </p:pic>
      <p:pic>
        <p:nvPicPr>
          <p:cNvPr id="6" name="Google Shape;20;p2"/>
          <p:cNvPicPr preferRelativeResize="0"/>
          <p:nvPr userDrawn="1"/>
        </p:nvPicPr>
        <p:blipFill rotWithShape="1">
          <a:blip r:embed="rId4">
            <a:alphaModFix/>
            <a:biLevel thresh="25000"/>
            <a:extLst>
              <a:ext uri="{BEBA8EAE-BF5A-486C-A8C5-ECC9F3942E4B}">
                <a14:imgProps xmlns:a14="http://schemas.microsoft.com/office/drawing/2010/main">
                  <a14:imgLayer r:embed="rId5">
                    <a14:imgEffect>
                      <a14:colorTemperature colorTemp="4700"/>
                    </a14:imgEffect>
                    <a14:imgEffect>
                      <a14:saturation sat="0"/>
                    </a14:imgEffect>
                  </a14:imgLayer>
                </a14:imgProps>
              </a:ext>
            </a:extLst>
          </a:blip>
          <a:srcRect/>
          <a:stretch/>
        </p:blipFill>
        <p:spPr>
          <a:xfrm>
            <a:off x="465589" y="5734050"/>
            <a:ext cx="2229230" cy="828000"/>
          </a:xfrm>
          <a:prstGeom prst="rect">
            <a:avLst/>
          </a:prstGeom>
          <a:noFill/>
          <a:ln>
            <a:noFill/>
          </a:ln>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0B32D28F-B087-9B58-8189-24EDBEBFDF49}"/>
              </a:ext>
            </a:extLst>
          </p:cNvPr>
          <p:cNvPicPr>
            <a:picLocks noChangeAspect="1"/>
          </p:cNvPicPr>
          <p:nvPr userDrawn="1"/>
        </p:nvPicPr>
        <p:blipFill>
          <a:blip r:embed="rId6"/>
          <a:stretch>
            <a:fillRect/>
          </a:stretch>
        </p:blipFill>
        <p:spPr>
          <a:xfrm>
            <a:off x="10004523" y="1310883"/>
            <a:ext cx="1705179" cy="1138122"/>
          </a:xfrm>
          <a:prstGeom prst="rect">
            <a:avLst/>
          </a:prstGeom>
        </p:spPr>
      </p:pic>
    </p:spTree>
    <p:extLst>
      <p:ext uri="{BB962C8B-B14F-4D97-AF65-F5344CB8AC3E}">
        <p14:creationId xmlns:p14="http://schemas.microsoft.com/office/powerpoint/2010/main" val="3085887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5" name="Google Shape;40;p4">
            <a:extLst>
              <a:ext uri="{FF2B5EF4-FFF2-40B4-BE49-F238E27FC236}">
                <a16:creationId xmlns:a16="http://schemas.microsoft.com/office/drawing/2014/main" id="{72F63D37-7F20-17B0-CCE3-94EBB86F47B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6" name="Google Shape;134;p15">
            <a:extLst>
              <a:ext uri="{FF2B5EF4-FFF2-40B4-BE49-F238E27FC236}">
                <a16:creationId xmlns:a16="http://schemas.microsoft.com/office/drawing/2014/main" id="{82374E83-9E09-0C86-54AE-659228696D4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941595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EF291D13-D1CC-1DC3-70E1-665C5235A48F}"/>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C2166B4-681D-8B6E-1857-624E9F94EE05}"/>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34247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6ED25AF-4EBD-2254-4C4C-6AA067C5A4A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EDE78CFB-C4B3-FC7C-088D-7871555C4F8C}"/>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113015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2BCB3C85-1A2E-AC16-3C33-E705D6944F43}"/>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629899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6A533E51-3378-2F65-B931-842E03231CFE}"/>
              </a:ext>
            </a:extLst>
          </p:cNvPr>
          <p:cNvSpPr txBox="1">
            <a:spLocks noGrp="1"/>
          </p:cNvSpPr>
          <p:nvPr>
            <p:ph type="title"/>
          </p:nvPr>
        </p:nvSpPr>
        <p:spPr>
          <a:xfrm>
            <a:off x="707721" y="260100"/>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21" name="Grafik 20">
            <a:extLst>
              <a:ext uri="{FF2B5EF4-FFF2-40B4-BE49-F238E27FC236}">
                <a16:creationId xmlns:a16="http://schemas.microsoft.com/office/drawing/2014/main" id="{3BFD1045-8E13-09CC-F6D7-A483C2B00FA7}"/>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759118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BBE6B796-4D84-E6D1-DF2E-478573A1EC6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40BAAF-8CD4-CAD8-F24F-275162812997}"/>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770482C6-729F-7F14-8894-5A9067E68502}"/>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140782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3" name="Google Shape;40;p4">
            <a:extLst>
              <a:ext uri="{FF2B5EF4-FFF2-40B4-BE49-F238E27FC236}">
                <a16:creationId xmlns:a16="http://schemas.microsoft.com/office/drawing/2014/main" id="{D94C1399-A05C-DA8C-25EA-43D1A7C140E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3968C25E-E73D-FB22-A149-5738F11BA58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F3B92008-EDF8-949D-8B24-6122CE24CD2E}"/>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971815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D907DAB2-1F16-E43A-3DC4-B6A974BAEB11}"/>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3" name="Google Shape;134;p15">
            <a:extLst>
              <a:ext uri="{FF2B5EF4-FFF2-40B4-BE49-F238E27FC236}">
                <a16:creationId xmlns:a16="http://schemas.microsoft.com/office/drawing/2014/main" id="{EF73EC15-FC27-36A5-D3BC-ED6C80A2D3DA}"/>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6" name="Grafik 5">
            <a:extLst>
              <a:ext uri="{FF2B5EF4-FFF2-40B4-BE49-F238E27FC236}">
                <a16:creationId xmlns:a16="http://schemas.microsoft.com/office/drawing/2014/main" id="{FAC6295F-275E-8306-BEC0-38AD327D3275}"/>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14475092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elb">
    <p:bg>
      <p:bgPr>
        <a:solidFill>
          <a:schemeClr val="accent3"/>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E6265508-9AEA-37D5-75A4-31412279FABE}"/>
              </a:ext>
            </a:extLst>
          </p:cNvPr>
          <p:cNvSpPr/>
          <p:nvPr userDrawn="1"/>
        </p:nvSpPr>
        <p:spPr>
          <a:xfrm>
            <a:off x="200167"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6" name="Grafik 5">
            <a:extLst>
              <a:ext uri="{FF2B5EF4-FFF2-40B4-BE49-F238E27FC236}">
                <a16:creationId xmlns:a16="http://schemas.microsoft.com/office/drawing/2014/main" id="{2B3C7E3A-DCE4-A96C-6C79-D67DA44C41AA}"/>
              </a:ext>
            </a:extLst>
          </p:cNvPr>
          <p:cNvPicPr>
            <a:picLocks noChangeAspect="1"/>
          </p:cNvPicPr>
          <p:nvPr userDrawn="1"/>
        </p:nvPicPr>
        <p:blipFill>
          <a:blip r:embed="rId4"/>
          <a:srcRect l="1555" t="7416" r="3950" b="10350"/>
          <a:stretch/>
        </p:blipFill>
        <p:spPr>
          <a:xfrm>
            <a:off x="10190303" y="292593"/>
            <a:ext cx="1668083" cy="592932"/>
          </a:xfrm>
          <a:prstGeom prst="rect">
            <a:avLst/>
          </a:prstGeom>
        </p:spPr>
      </p:pic>
      <p:sp>
        <p:nvSpPr>
          <p:cNvPr id="8" name="Google Shape;60;p7">
            <a:extLst>
              <a:ext uri="{FF2B5EF4-FFF2-40B4-BE49-F238E27FC236}">
                <a16:creationId xmlns:a16="http://schemas.microsoft.com/office/drawing/2014/main" id="{FD026BEB-E418-E116-6D3D-6DB31DD85A5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9" name="Google Shape;134;p15">
            <a:extLst>
              <a:ext uri="{FF2B5EF4-FFF2-40B4-BE49-F238E27FC236}">
                <a16:creationId xmlns:a16="http://schemas.microsoft.com/office/drawing/2014/main" id="{4D92B17C-3272-C651-466F-574E1104A3A1}"/>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76012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orange">
    <p:bg>
      <p:bgPr>
        <a:solidFill>
          <a:schemeClr val="accent2"/>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2759BE8E-E107-725F-DCAA-612D12BE8D23}"/>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3" name="Grafik 12">
            <a:extLst>
              <a:ext uri="{FF2B5EF4-FFF2-40B4-BE49-F238E27FC236}">
                <a16:creationId xmlns:a16="http://schemas.microsoft.com/office/drawing/2014/main" id="{A6E0C629-8494-42BD-7E2C-D046B034523F}"/>
              </a:ext>
            </a:extLst>
          </p:cNvPr>
          <p:cNvPicPr>
            <a:picLocks noChangeAspect="1"/>
          </p:cNvPicPr>
          <p:nvPr userDrawn="1"/>
        </p:nvPicPr>
        <p:blipFill>
          <a:blip r:embed="rId4"/>
          <a:srcRect l="1442" t="7231" r="483" b="3301"/>
          <a:stretch/>
        </p:blipFill>
        <p:spPr>
          <a:xfrm>
            <a:off x="10184368" y="292593"/>
            <a:ext cx="1674018" cy="592932"/>
          </a:xfrm>
          <a:prstGeom prst="rect">
            <a:avLst/>
          </a:prstGeom>
        </p:spPr>
      </p:pic>
      <p:sp>
        <p:nvSpPr>
          <p:cNvPr id="12" name="Google Shape;60;p7">
            <a:extLst>
              <a:ext uri="{FF2B5EF4-FFF2-40B4-BE49-F238E27FC236}">
                <a16:creationId xmlns:a16="http://schemas.microsoft.com/office/drawing/2014/main" id="{DB7BC548-6090-CA7A-F00D-062EBC87560F}"/>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23940B95-489D-2B1D-0748-509C0840E6FD}"/>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506277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rot">
    <p:bg>
      <p:bgPr>
        <a:solidFill>
          <a:schemeClr val="accent1"/>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37CFC5A3-06F9-B9EA-2D0A-3758E7734044}"/>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2" name="Grafik 11">
            <a:extLst>
              <a:ext uri="{FF2B5EF4-FFF2-40B4-BE49-F238E27FC236}">
                <a16:creationId xmlns:a16="http://schemas.microsoft.com/office/drawing/2014/main" id="{B839AA95-56E8-1B3E-FAE9-53726129AA86}"/>
              </a:ext>
            </a:extLst>
          </p:cNvPr>
          <p:cNvPicPr>
            <a:picLocks noChangeAspect="1"/>
          </p:cNvPicPr>
          <p:nvPr userDrawn="1"/>
        </p:nvPicPr>
        <p:blipFill>
          <a:blip r:embed="rId4"/>
          <a:srcRect r="1168" b="1693"/>
          <a:stretch/>
        </p:blipFill>
        <p:spPr>
          <a:xfrm>
            <a:off x="10196070" y="287536"/>
            <a:ext cx="1666842" cy="592574"/>
          </a:xfrm>
          <a:prstGeom prst="rect">
            <a:avLst/>
          </a:prstGeom>
        </p:spPr>
      </p:pic>
      <p:sp>
        <p:nvSpPr>
          <p:cNvPr id="7" name="Google Shape;60;p7">
            <a:extLst>
              <a:ext uri="{FF2B5EF4-FFF2-40B4-BE49-F238E27FC236}">
                <a16:creationId xmlns:a16="http://schemas.microsoft.com/office/drawing/2014/main" id="{B03A098F-B367-4F6D-98FD-37C79E0C8A9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976B88F6-11B0-1F9F-7E40-C41688863DF5}"/>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5556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rün">
    <p:bg>
      <p:bgPr>
        <a:solidFill>
          <a:srgbClr val="18E797"/>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61E948B8-829C-AB3C-FBEE-5D482CD8D845}"/>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1" name="Grafik 10">
            <a:extLst>
              <a:ext uri="{FF2B5EF4-FFF2-40B4-BE49-F238E27FC236}">
                <a16:creationId xmlns:a16="http://schemas.microsoft.com/office/drawing/2014/main" id="{2F78FD4C-17F2-9AB6-C93F-20A144842E46}"/>
              </a:ext>
            </a:extLst>
          </p:cNvPr>
          <p:cNvPicPr>
            <a:picLocks noChangeAspect="1"/>
          </p:cNvPicPr>
          <p:nvPr userDrawn="1"/>
        </p:nvPicPr>
        <p:blipFill>
          <a:blip r:embed="rId4"/>
          <a:srcRect l="934" t="6899" r="623"/>
          <a:stretch/>
        </p:blipFill>
        <p:spPr>
          <a:xfrm>
            <a:off x="10203690" y="302761"/>
            <a:ext cx="1654696" cy="583224"/>
          </a:xfrm>
          <a:prstGeom prst="rect">
            <a:avLst/>
          </a:prstGeom>
        </p:spPr>
      </p:pic>
      <p:sp>
        <p:nvSpPr>
          <p:cNvPr id="7" name="Google Shape;60;p7">
            <a:extLst>
              <a:ext uri="{FF2B5EF4-FFF2-40B4-BE49-F238E27FC236}">
                <a16:creationId xmlns:a16="http://schemas.microsoft.com/office/drawing/2014/main" id="{59173232-E0CF-C3DF-2C57-6CD02D20AB02}"/>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AC7BABB-777B-6293-8B06-34FF024CA24E}"/>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0085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blau">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ED091F16-BA09-BADD-0CB2-E82A3AAF3BB8}"/>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0F2C98B-C9AA-B31C-1432-EA4267A472C2}"/>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2ACD00DA-15E7-A010-2C79-14A8503D615C}"/>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707595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3"/>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9EB253E7-E103-C0CF-3E17-93350DD7A41F}"/>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1" name="Google Shape;134;p15">
            <a:extLst>
              <a:ext uri="{FF2B5EF4-FFF2-40B4-BE49-F238E27FC236}">
                <a16:creationId xmlns:a16="http://schemas.microsoft.com/office/drawing/2014/main" id="{68D0BE14-D3E5-25A6-996E-4246A573A1B8}"/>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85407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12" name="Rechteck 11">
            <a:extLst>
              <a:ext uri="{FF2B5EF4-FFF2-40B4-BE49-F238E27FC236}">
                <a16:creationId xmlns:a16="http://schemas.microsoft.com/office/drawing/2014/main" id="{BE3A5BAD-26C8-942D-897C-C51DD99FAED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9FAFF30B-54F1-8E0C-5984-0B9104490FD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3" name="Google Shape;40;p4">
            <a:extLst>
              <a:ext uri="{FF2B5EF4-FFF2-40B4-BE49-F238E27FC236}">
                <a16:creationId xmlns:a16="http://schemas.microsoft.com/office/drawing/2014/main" id="{CE79A2F5-8992-C8F4-E0BF-0E2CB8A77A2C}"/>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CA1ED46F-C2D4-FCA8-D2D7-3A6A3EE3C59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85115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1"/>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B2E3FD4D-4BAE-20D9-F11B-C9B907C1C10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D613D350-73C4-A254-2B82-A2D28A43D58A}"/>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8ABFDF8E-2714-DEBF-2939-E469AC3CEED2}"/>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CE4E089-09D6-A340-453B-A23080B15195}"/>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7049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8DDDF9D8-8B75-D2E4-A55A-F57F61F8EE1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40;p4">
            <a:extLst>
              <a:ext uri="{FF2B5EF4-FFF2-40B4-BE49-F238E27FC236}">
                <a16:creationId xmlns:a16="http://schemas.microsoft.com/office/drawing/2014/main" id="{89DC3406-4947-803D-3A4E-28BBF825E8C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8ADE0D3D-2EDB-F0CB-7A13-A5664ACEB1B0}"/>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051715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18E797"/>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09E99921-C510-7243-5D50-F7AD23D7FC9B}"/>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D99F7D-81E8-E37E-8330-1F5F41E5AAE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9110798-7440-481E-81AA-8E8FBC62397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7785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4D6DD659-B927-3964-615D-EC244D06202E}"/>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6811DF-A9BB-2F47-E804-FEEAF2BCBFF5}"/>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33CB2BEC-CF31-0F70-C619-CC277EE34DEA}"/>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62501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2A0280BF-0E7C-AFED-D6FE-678A1880DF56}"/>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1" name="Google Shape;40;p4">
            <a:extLst>
              <a:ext uri="{FF2B5EF4-FFF2-40B4-BE49-F238E27FC236}">
                <a16:creationId xmlns:a16="http://schemas.microsoft.com/office/drawing/2014/main" id="{23031402-6EC7-6D0B-0C21-55A800158E0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2CC05627-B4CE-8193-CB4C-A9CD8EFA7C1A}"/>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41371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9E50E069-5CB9-5398-B121-9F8D075B6CBA}"/>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775894F4-7512-9DCE-C06E-3692E9AF9746}"/>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8CF486B0-3028-8CCA-1246-88FBCD77395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145582-F029-666E-2CBD-D45C8F91DB8D}"/>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01899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C95FD821-2EF0-F787-BD25-59427DA2FCB9}"/>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D5DBA9C0-1367-43D6-F92B-2BC631589F2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AF81C945-CDA9-D795-D99E-9E6956E0803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DE236AF8-8F7A-1A3D-8432-A49A1F25E64B}"/>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1409186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C95AD7B-2E81-A66B-FE43-97CF906AD6C5}"/>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007A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AE2036F9-DFD9-5610-5439-957AC760DE6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0ADCEF86-E678-7C5D-ED12-815CF326072B}"/>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5239716-4CA0-BAB0-CC92-C62FD66A4C7F}"/>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377581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4D93132-4A58-7B06-7D90-E715012A5D84}"/>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18E7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41F88245-1CCC-370D-1062-CB04B28AB5D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579F8731-A184-B349-31B3-18F2A474AECC}"/>
              </a:ext>
            </a:extLst>
          </p:cNvPr>
          <p:cNvSpPr txBox="1">
            <a:spLocks noGrp="1"/>
          </p:cNvSpPr>
          <p:nvPr>
            <p:ph type="title"/>
          </p:nvPr>
        </p:nvSpPr>
        <p:spPr>
          <a:xfrm>
            <a:off x="3114675" y="26089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46413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Leer hell" userDrawn="1">
  <p:cSld name="Leer hell">
    <p:bg>
      <p:bgPr>
        <a:solidFill>
          <a:schemeClr val="bg2"/>
        </a:solidFill>
        <a:effectLst/>
      </p:bgPr>
    </p:bg>
    <p:spTree>
      <p:nvGrpSpPr>
        <p:cNvPr id="1" name="Shape 55"/>
        <p:cNvGrpSpPr/>
        <p:nvPr/>
      </p:nvGrpSpPr>
      <p:grpSpPr>
        <a:xfrm>
          <a:off x="0" y="0"/>
          <a:ext cx="0" cy="0"/>
          <a:chOff x="0" y="0"/>
          <a:chExt cx="0" cy="0"/>
        </a:xfrm>
      </p:grpSpPr>
      <p:pic>
        <p:nvPicPr>
          <p:cNvPr id="13" name="Google Shape;42;p5">
            <a:extLst>
              <a:ext uri="{FF2B5EF4-FFF2-40B4-BE49-F238E27FC236}">
                <a16:creationId xmlns:a16="http://schemas.microsoft.com/office/drawing/2014/main" id="{826AB866-D8C1-E796-E460-12E4F2141A61}"/>
              </a:ext>
            </a:extLst>
          </p:cNvPr>
          <p:cNvPicPr preferRelativeResize="0"/>
          <p:nvPr userDrawn="1"/>
        </p:nvPicPr>
        <p:blipFill rotWithShape="1">
          <a:blip r:embed="rId2">
            <a:alphaModFix/>
          </a:blip>
          <a:srcRect/>
          <a:stretch/>
        </p:blipFill>
        <p:spPr>
          <a:xfrm rot="10800000" flipV="1">
            <a:off x="6513446" y="2441422"/>
            <a:ext cx="7789690" cy="5946121"/>
          </a:xfrm>
          <a:prstGeom prst="rect">
            <a:avLst/>
          </a:prstGeom>
          <a:noFill/>
          <a:ln>
            <a:noFill/>
          </a:ln>
          <a:effectLst>
            <a:reflection blurRad="6350" stA="52000" endA="300" endPos="35000" dir="5400000" sy="-100000" algn="bl" rotWithShape="0"/>
          </a:effectLst>
        </p:spPr>
      </p:pic>
      <p:sp>
        <p:nvSpPr>
          <p:cNvPr id="60" name="Google Shape;60;p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5" name="Gleichschenkliges Dreieck 4">
            <a:extLst>
              <a:ext uri="{FF2B5EF4-FFF2-40B4-BE49-F238E27FC236}">
                <a16:creationId xmlns:a16="http://schemas.microsoft.com/office/drawing/2014/main" id="{992FB5AC-7938-700F-A2DE-6E72FFE0D756}"/>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56E674C0-461E-EB3E-51A7-188B569B21F8}"/>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144B6387-8C7C-8BA8-DAD4-9E24A34F4E09}"/>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C9AA6CDF-C2D8-66CE-164D-43EDC659F4EC}"/>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4" name="Google Shape;50;p6">
            <a:extLst>
              <a:ext uri="{FF2B5EF4-FFF2-40B4-BE49-F238E27FC236}">
                <a16:creationId xmlns:a16="http://schemas.microsoft.com/office/drawing/2014/main" id="{DFA379ED-BBB8-344D-3762-3D5D7DE02530}"/>
              </a:ext>
            </a:extLst>
          </p:cNvPr>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5" name="Google Shape;52;p6">
            <a:extLst>
              <a:ext uri="{FF2B5EF4-FFF2-40B4-BE49-F238E27FC236}">
                <a16:creationId xmlns:a16="http://schemas.microsoft.com/office/drawing/2014/main" id="{82E9E9B7-158B-6C97-993D-E5724D5D56CE}"/>
              </a:ext>
            </a:extLst>
          </p:cNvPr>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16" name="Grafik 15">
            <a:extLst>
              <a:ext uri="{FF2B5EF4-FFF2-40B4-BE49-F238E27FC236}">
                <a16:creationId xmlns:a16="http://schemas.microsoft.com/office/drawing/2014/main" id="{039243C2-AB81-0464-CB69-B49220FC4D71}"/>
              </a:ext>
            </a:extLst>
          </p:cNvPr>
          <p:cNvPicPr>
            <a:picLocks noChangeAspect="1"/>
          </p:cNvPicPr>
          <p:nvPr userDrawn="1"/>
        </p:nvPicPr>
        <p:blipFill>
          <a:blip r:embed="rId4"/>
          <a:stretch>
            <a:fillRect/>
          </a:stretch>
        </p:blipFill>
        <p:spPr>
          <a:xfrm>
            <a:off x="9982786" y="438764"/>
            <a:ext cx="1748655" cy="61784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Leer dunkel">
  <p:cSld name="Abschlussfolie dunkel">
    <p:bg>
      <p:bgPr>
        <a:solidFill>
          <a:schemeClr val="dk1"/>
        </a:solidFill>
        <a:effectLst/>
      </p:bgPr>
    </p:bg>
    <p:spTree>
      <p:nvGrpSpPr>
        <p:cNvPr id="1" name="Shape 61"/>
        <p:cNvGrpSpPr/>
        <p:nvPr/>
      </p:nvGrpSpPr>
      <p:grpSpPr>
        <a:xfrm>
          <a:off x="0" y="0"/>
          <a:ext cx="0" cy="0"/>
          <a:chOff x="0" y="0"/>
          <a:chExt cx="0" cy="0"/>
        </a:xfrm>
      </p:grpSpPr>
      <p:pic>
        <p:nvPicPr>
          <p:cNvPr id="9" name="Grafik 8">
            <a:extLst>
              <a:ext uri="{FF2B5EF4-FFF2-40B4-BE49-F238E27FC236}">
                <a16:creationId xmlns:a16="http://schemas.microsoft.com/office/drawing/2014/main" id="{B0BF41E5-5043-1676-634A-40E34BE61419}"/>
              </a:ext>
            </a:extLst>
          </p:cNvPr>
          <p:cNvPicPr>
            <a:picLocks noChangeAspect="1"/>
          </p:cNvPicPr>
          <p:nvPr userDrawn="1"/>
        </p:nvPicPr>
        <p:blipFill>
          <a:blip r:embed="rId2"/>
          <a:stretch>
            <a:fillRect/>
          </a:stretch>
        </p:blipFill>
        <p:spPr>
          <a:xfrm>
            <a:off x="10224903" y="260100"/>
            <a:ext cx="1706881" cy="603083"/>
          </a:xfrm>
          <a:prstGeom prst="rect">
            <a:avLst/>
          </a:prstGeom>
        </p:spPr>
      </p:pic>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22" name="Google Shape;42;p5">
            <a:extLst>
              <a:ext uri="{FF2B5EF4-FFF2-40B4-BE49-F238E27FC236}">
                <a16:creationId xmlns:a16="http://schemas.microsoft.com/office/drawing/2014/main" id="{C66AEA29-77E0-21E3-CA86-7D515B5A085C}"/>
              </a:ext>
            </a:extLst>
          </p:cNvPr>
          <p:cNvPicPr preferRelativeResize="0"/>
          <p:nvPr userDrawn="1"/>
        </p:nvPicPr>
        <p:blipFill rotWithShape="1">
          <a:blip r:embed="rId4">
            <a:alphaModFix/>
          </a:blip>
          <a:srcRect/>
          <a:stretch/>
        </p:blipFill>
        <p:spPr>
          <a:xfrm>
            <a:off x="-3085333" y="260100"/>
            <a:ext cx="9660910" cy="7870394"/>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‹Nr.›</a:t>
            </a:fld>
            <a:endParaRPr lang="en-US"/>
          </a:p>
        </p:txBody>
      </p:sp>
    </p:spTree>
    <p:extLst>
      <p:ext uri="{BB962C8B-B14F-4D97-AF65-F5344CB8AC3E}">
        <p14:creationId xmlns:p14="http://schemas.microsoft.com/office/powerpoint/2010/main" val="6361009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Abschlussfolie">
  <p:cSld name="Abschlussfolie">
    <p:bg>
      <p:bgPr>
        <a:solidFill>
          <a:schemeClr val="lt1"/>
        </a:solidFill>
        <a:effectLst/>
      </p:bgPr>
    </p:bg>
    <p:spTree>
      <p:nvGrpSpPr>
        <p:cNvPr id="1" name="Shape 48"/>
        <p:cNvGrpSpPr/>
        <p:nvPr/>
      </p:nvGrpSpPr>
      <p:grpSpPr>
        <a:xfrm>
          <a:off x="0" y="0"/>
          <a:ext cx="0" cy="0"/>
          <a:chOff x="0" y="0"/>
          <a:chExt cx="0" cy="0"/>
        </a:xfrm>
      </p:grpSpPr>
      <p:pic>
        <p:nvPicPr>
          <p:cNvPr id="49" name="Google Shape;49;p6"/>
          <p:cNvPicPr preferRelativeResize="0"/>
          <p:nvPr/>
        </p:nvPicPr>
        <p:blipFill rotWithShape="1">
          <a:blip r:embed="rId2">
            <a:alphaModFix amt="50000"/>
            <a:duotone>
              <a:schemeClr val="accent4">
                <a:shade val="45000"/>
                <a:satMod val="135000"/>
              </a:schemeClr>
              <a:prstClr val="white"/>
            </a:duotone>
            <a:extLst>
              <a:ext uri="{BEBA8EAE-BF5A-486C-A8C5-ECC9F3942E4B}">
                <a14:imgProps xmlns:a14="http://schemas.microsoft.com/office/drawing/2010/main">
                  <a14:imgLayer r:embed="rId3">
                    <a14:imgEffect>
                      <a14:saturation sat="0"/>
                    </a14:imgEffect>
                  </a14:imgLayer>
                </a14:imgProps>
              </a:ext>
            </a:extLst>
          </a:blip>
          <a:srcRect/>
          <a:stretch/>
        </p:blipFill>
        <p:spPr>
          <a:xfrm>
            <a:off x="1684787" y="-627015"/>
            <a:ext cx="10703154" cy="7563394"/>
          </a:xfrm>
          <a:prstGeom prst="rect">
            <a:avLst/>
          </a:prstGeom>
          <a:noFill/>
          <a:ln>
            <a:noFill/>
          </a:ln>
          <a:effectLst/>
        </p:spPr>
      </p:pic>
      <p:sp>
        <p:nvSpPr>
          <p:cNvPr id="50" name="Google Shape;50;p6"/>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51" name="Google Shape;51;p6"/>
          <p:cNvPicPr preferRelativeResize="0"/>
          <p:nvPr/>
        </p:nvPicPr>
        <p:blipFill rotWithShape="1">
          <a:blip r:embed="rId4">
            <a:alphaModFix/>
          </a:blip>
          <a:srcRect/>
          <a:stretch/>
        </p:blipFill>
        <p:spPr>
          <a:xfrm>
            <a:off x="465589" y="5734050"/>
            <a:ext cx="2229230" cy="828000"/>
          </a:xfrm>
          <a:prstGeom prst="rect">
            <a:avLst/>
          </a:prstGeom>
          <a:noFill/>
          <a:ln>
            <a:noFill/>
          </a:ln>
        </p:spPr>
      </p:pic>
      <p:sp>
        <p:nvSpPr>
          <p:cNvPr id="52" name="Google Shape;52;p6"/>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53" name="Google Shape;53;p6"/>
          <p:cNvPicPr preferRelativeResize="0"/>
          <p:nvPr/>
        </p:nvPicPr>
        <p:blipFill rotWithShape="1">
          <a:blip r:embed="rId4">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 name="Grafik 1" descr="Ein Bild, das Text, Schrift, Screenshot, Grafiken enthält.&#10;&#10;KI-generierte Inhalte können fehlerhaft sein.">
            <a:extLst>
              <a:ext uri="{FF2B5EF4-FFF2-40B4-BE49-F238E27FC236}">
                <a16:creationId xmlns:a16="http://schemas.microsoft.com/office/drawing/2014/main" id="{EC072C3A-9DC1-18BF-6974-3EEFD44EE1E4}"/>
              </a:ext>
            </a:extLst>
          </p:cNvPr>
          <p:cNvPicPr>
            <a:picLocks noChangeAspect="1"/>
          </p:cNvPicPr>
          <p:nvPr userDrawn="1"/>
        </p:nvPicPr>
        <p:blipFill>
          <a:blip r:embed="rId5"/>
          <a:stretch>
            <a:fillRect/>
          </a:stretch>
        </p:blipFill>
        <p:spPr>
          <a:xfrm>
            <a:off x="10026263" y="453524"/>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B6E005FD-DA69-BC23-E7D7-52DB0268EA80}"/>
              </a:ext>
            </a:extLst>
          </p:cNvPr>
          <p:cNvPicPr>
            <a:picLocks noChangeAspect="1"/>
          </p:cNvPicPr>
          <p:nvPr userDrawn="1"/>
        </p:nvPicPr>
        <p:blipFill>
          <a:blip r:embed="rId6"/>
          <a:stretch>
            <a:fillRect/>
          </a:stretch>
        </p:blipFill>
        <p:spPr>
          <a:xfrm>
            <a:off x="10026263" y="1152000"/>
            <a:ext cx="1705178" cy="113812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Leer dunkel" preserve="1">
  <p:cSld name="Leer hell_2">
    <p:bg>
      <p:bgPr>
        <a:solidFill>
          <a:schemeClr val="bg1"/>
        </a:solidFill>
        <a:effectLst/>
      </p:bgPr>
    </p:bg>
    <p:spTree>
      <p:nvGrpSpPr>
        <p:cNvPr id="1" name="Shape 61"/>
        <p:cNvGrpSpPr/>
        <p:nvPr/>
      </p:nvGrpSpPr>
      <p:grpSpPr>
        <a:xfrm>
          <a:off x="0" y="0"/>
          <a:ext cx="0" cy="0"/>
          <a:chOff x="0" y="0"/>
          <a:chExt cx="0" cy="0"/>
        </a:xfrm>
      </p:grpSpPr>
      <p:pic>
        <p:nvPicPr>
          <p:cNvPr id="8" name="Google Shape;42;p5">
            <a:extLst>
              <a:ext uri="{FF2B5EF4-FFF2-40B4-BE49-F238E27FC236}">
                <a16:creationId xmlns:a16="http://schemas.microsoft.com/office/drawing/2014/main" id="{F47AA3BD-061C-FFF1-2597-0E003D1A2DD3}"/>
              </a:ext>
            </a:extLst>
          </p:cNvPr>
          <p:cNvPicPr preferRelativeResize="0"/>
          <p:nvPr userDrawn="1"/>
        </p:nvPicPr>
        <p:blipFill rotWithShape="1">
          <a:blip r:embed="rId2">
            <a:alphaModFix amt="70000"/>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652"/>
                    </a14:imgEffect>
                    <a14:imgEffect>
                      <a14:saturation sat="350000"/>
                    </a14:imgEffect>
                    <a14:imgEffect>
                      <a14:brightnessContrast bright="-100000"/>
                    </a14:imgEffect>
                  </a14:imgLayer>
                </a14:imgProps>
              </a:ext>
            </a:extLst>
          </a:blip>
          <a:srcRect l="31937" b="16168"/>
          <a:stretch/>
        </p:blipFill>
        <p:spPr>
          <a:xfrm>
            <a:off x="-1" y="260101"/>
            <a:ext cx="6575577" cy="6597900"/>
          </a:xfrm>
          <a:prstGeom prst="rect">
            <a:avLst/>
          </a:prstGeom>
          <a:noFill/>
          <a:ln>
            <a:noFill/>
          </a:ln>
        </p:spPr>
      </p:pic>
      <p:pic>
        <p:nvPicPr>
          <p:cNvPr id="4" name="Grafik 3" descr="Ein Bild, das Text, Schrift, Screenshot, Grafiken enthält.&#10;&#10;KI-generierte Inhalte können fehlerhaft sein.">
            <a:extLst>
              <a:ext uri="{FF2B5EF4-FFF2-40B4-BE49-F238E27FC236}">
                <a16:creationId xmlns:a16="http://schemas.microsoft.com/office/drawing/2014/main" id="{DAA60E84-C429-8733-F2F3-E5D8F355959F}"/>
              </a:ext>
            </a:extLst>
          </p:cNvPr>
          <p:cNvPicPr>
            <a:picLocks noChangeAspect="1"/>
          </p:cNvPicPr>
          <p:nvPr userDrawn="1"/>
        </p:nvPicPr>
        <p:blipFill>
          <a:blip r:embed="rId4"/>
          <a:stretch>
            <a:fillRect/>
          </a:stretch>
        </p:blipFill>
        <p:spPr>
          <a:xfrm>
            <a:off x="10226606" y="260100"/>
            <a:ext cx="1705178" cy="603083"/>
          </a:xfrm>
          <a:prstGeom prst="rect">
            <a:avLst/>
          </a:prstGeom>
        </p:spPr>
      </p:pic>
      <p:pic>
        <p:nvPicPr>
          <p:cNvPr id="2" name="Grafik 1" descr="Ein Bild, das Text, Schrift, Screenshot, Visitenkarte enthält.&#10;&#10;KI-generierte Inhalte können fehlerhaft sein.">
            <a:extLst>
              <a:ext uri="{FF2B5EF4-FFF2-40B4-BE49-F238E27FC236}">
                <a16:creationId xmlns:a16="http://schemas.microsoft.com/office/drawing/2014/main" id="{D7CADC23-6428-4139-3752-F45AF64B83BF}"/>
              </a:ext>
            </a:extLst>
          </p:cNvPr>
          <p:cNvPicPr>
            <a:picLocks noChangeAspect="1"/>
          </p:cNvPicPr>
          <p:nvPr userDrawn="1"/>
        </p:nvPicPr>
        <p:blipFill>
          <a:blip r:embed="rId5"/>
          <a:stretch>
            <a:fillRect/>
          </a:stretch>
        </p:blipFill>
        <p:spPr>
          <a:xfrm>
            <a:off x="10226606" y="863183"/>
            <a:ext cx="1705178" cy="1138121"/>
          </a:xfrm>
          <a:prstGeom prst="rect">
            <a:avLst/>
          </a:prstGeom>
        </p:spPr>
      </p:pic>
    </p:spTree>
    <p:extLst>
      <p:ext uri="{BB962C8B-B14F-4D97-AF65-F5344CB8AC3E}">
        <p14:creationId xmlns:p14="http://schemas.microsoft.com/office/powerpoint/2010/main" val="3199661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Zitat mit Bild" userDrawn="1">
  <p:cSld name="Zitat mit Bild">
    <p:bg>
      <p:bgPr>
        <a:solidFill>
          <a:schemeClr val="accent3"/>
        </a:solidFill>
        <a:effectLst/>
      </p:bgPr>
    </p:bg>
    <p:spTree>
      <p:nvGrpSpPr>
        <p:cNvPr id="1" name="Shape 67"/>
        <p:cNvGrpSpPr/>
        <p:nvPr/>
      </p:nvGrpSpPr>
      <p:grpSpPr>
        <a:xfrm>
          <a:off x="0" y="0"/>
          <a:ext cx="0" cy="0"/>
          <a:chOff x="0" y="0"/>
          <a:chExt cx="0" cy="0"/>
        </a:xfrm>
      </p:grpSpPr>
      <p:sp>
        <p:nvSpPr>
          <p:cNvPr id="72" name="Google Shape;72;p9"/>
          <p:cNvSpPr>
            <a:spLocks noGrp="1"/>
          </p:cNvSpPr>
          <p:nvPr>
            <p:ph type="pic" idx="2"/>
          </p:nvPr>
        </p:nvSpPr>
        <p:spPr>
          <a:xfrm>
            <a:off x="5976938" y="-1"/>
            <a:ext cx="6215062" cy="6858001"/>
          </a:xfrm>
          <a:prstGeom prst="rect">
            <a:avLst/>
          </a:prstGeom>
          <a:solidFill>
            <a:schemeClr val="bg1"/>
          </a:solidFill>
          <a:ln>
            <a:noFill/>
          </a:ln>
        </p:spPr>
      </p:sp>
      <p:sp>
        <p:nvSpPr>
          <p:cNvPr id="76" name="Google Shape;76;p9"/>
          <p:cNvSpPr txBox="1">
            <a:spLocks noGrp="1"/>
          </p:cNvSpPr>
          <p:nvPr>
            <p:ph type="sldNum" idx="12"/>
          </p:nvPr>
        </p:nvSpPr>
        <p:spPr>
          <a:xfrm>
            <a:off x="11524104" y="6459251"/>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3" name="Gleichschenkliges Dreieck 2">
            <a:extLst>
              <a:ext uri="{FF2B5EF4-FFF2-40B4-BE49-F238E27FC236}">
                <a16:creationId xmlns:a16="http://schemas.microsoft.com/office/drawing/2014/main" id="{5640E307-2BF9-CACF-4C05-D4C13B05D7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80C61190-CD21-681A-3A04-E027813C8910}"/>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AE162294-E63D-B8E4-23E2-BCED6DD32EED}"/>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6D2527C2-7F56-98F6-7066-F05A590E2D9B}"/>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 name="Google Shape;104;p12">
            <a:extLst>
              <a:ext uri="{FF2B5EF4-FFF2-40B4-BE49-F238E27FC236}">
                <a16:creationId xmlns:a16="http://schemas.microsoft.com/office/drawing/2014/main" id="{78011120-BB62-FEEF-47A5-CC5E0ADEDFBA}"/>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4;p15">
            <a:extLst>
              <a:ext uri="{FF2B5EF4-FFF2-40B4-BE49-F238E27FC236}">
                <a16:creationId xmlns:a16="http://schemas.microsoft.com/office/drawing/2014/main" id="{D15598A7-DB5B-B8C8-4182-4D26D183AEBB}"/>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ext links, 3 Fotos rechts" userDrawn="1">
  <p:cSld name="Text links, 3 Fotos rechts">
    <p:spTree>
      <p:nvGrpSpPr>
        <p:cNvPr id="1" name="Shape 77"/>
        <p:cNvGrpSpPr/>
        <p:nvPr/>
      </p:nvGrpSpPr>
      <p:grpSpPr>
        <a:xfrm>
          <a:off x="0" y="0"/>
          <a:ext cx="0" cy="0"/>
          <a:chOff x="0" y="0"/>
          <a:chExt cx="0" cy="0"/>
        </a:xfrm>
      </p:grpSpPr>
      <p:sp>
        <p:nvSpPr>
          <p:cNvPr id="79" name="Google Shape;79;p10"/>
          <p:cNvSpPr>
            <a:spLocks noGrp="1"/>
          </p:cNvSpPr>
          <p:nvPr>
            <p:ph type="pic" idx="2"/>
          </p:nvPr>
        </p:nvSpPr>
        <p:spPr>
          <a:xfrm>
            <a:off x="6094800" y="1132645"/>
            <a:ext cx="5616575" cy="5012562"/>
          </a:xfrm>
          <a:prstGeom prst="rect">
            <a:avLst/>
          </a:prstGeom>
          <a:solidFill>
            <a:schemeClr val="bg1"/>
          </a:solidFill>
          <a:ln>
            <a:noFill/>
          </a:ln>
        </p:spPr>
      </p:sp>
      <p:sp>
        <p:nvSpPr>
          <p:cNvPr id="83" name="Google Shape;83;p10"/>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36C69AB-71BA-35D0-5DC2-020FD72727A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5" name="Gleichschenkliges Dreieck 4">
            <a:extLst>
              <a:ext uri="{FF2B5EF4-FFF2-40B4-BE49-F238E27FC236}">
                <a16:creationId xmlns:a16="http://schemas.microsoft.com/office/drawing/2014/main" id="{51AF5458-1F33-7EAE-8751-F24D3E564DA2}"/>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AF73E771-922B-A0AC-6CEB-0A89C788A8D4}"/>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4EA795FC-9247-8B6F-D503-8DB8D86A459C}"/>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8" name="Google Shape;140;p16">
            <a:extLst>
              <a:ext uri="{FF2B5EF4-FFF2-40B4-BE49-F238E27FC236}">
                <a16:creationId xmlns:a16="http://schemas.microsoft.com/office/drawing/2014/main" id="{74E7EFAB-5783-4320-7B8C-436DCBD5F8C5}"/>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 name="Google Shape;104;p12">
            <a:extLst>
              <a:ext uri="{FF2B5EF4-FFF2-40B4-BE49-F238E27FC236}">
                <a16:creationId xmlns:a16="http://schemas.microsoft.com/office/drawing/2014/main" id="{EB61180E-BCC0-FC25-978B-E063025564E3}"/>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2D1482AC-51B3-ADB0-D743-121C59C19CD0}"/>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1_Text links, 3 Fotos rechts" userDrawn="1">
  <p:cSld name="1_Text links, 3 Fotos rechts">
    <p:spTree>
      <p:nvGrpSpPr>
        <p:cNvPr id="1" name="Shape 86"/>
        <p:cNvGrpSpPr/>
        <p:nvPr/>
      </p:nvGrpSpPr>
      <p:grpSpPr>
        <a:xfrm>
          <a:off x="0" y="0"/>
          <a:ext cx="0" cy="0"/>
          <a:chOff x="0" y="0"/>
          <a:chExt cx="0" cy="0"/>
        </a:xfrm>
      </p:grpSpPr>
      <p:sp>
        <p:nvSpPr>
          <p:cNvPr id="88" name="Google Shape;88;p11"/>
          <p:cNvSpPr>
            <a:spLocks noGrp="1"/>
          </p:cNvSpPr>
          <p:nvPr>
            <p:ph type="pic" idx="2"/>
          </p:nvPr>
        </p:nvSpPr>
        <p:spPr>
          <a:xfrm>
            <a:off x="6094800" y="1132645"/>
            <a:ext cx="5616575" cy="2340000"/>
          </a:xfrm>
          <a:prstGeom prst="rect">
            <a:avLst/>
          </a:prstGeom>
          <a:solidFill>
            <a:schemeClr val="bg1"/>
          </a:solidFill>
          <a:ln>
            <a:noFill/>
          </a:ln>
        </p:spPr>
      </p:sp>
      <p:sp>
        <p:nvSpPr>
          <p:cNvPr id="92" name="Google Shape;92;p11"/>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95" name="Google Shape;95;p11"/>
          <p:cNvSpPr>
            <a:spLocks noGrp="1"/>
          </p:cNvSpPr>
          <p:nvPr>
            <p:ph type="pic" idx="3"/>
          </p:nvPr>
        </p:nvSpPr>
        <p:spPr>
          <a:xfrm>
            <a:off x="6095999" y="3805207"/>
            <a:ext cx="5615375"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EC10F341-74D3-D39A-82DD-6DEDDE1DB24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24CE71F0-15EB-9D75-ABB8-6AB53DF35864}"/>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F2E2A29-DC49-1C86-6108-BA6A188D3417}"/>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7DEC054-E745-A070-24FC-86C5322CF824}"/>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DF52E6A9-ECE3-383C-5B55-3BEEFA354C2E}"/>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1D8C8578-FBEB-83BF-088F-0FF036B33714}"/>
              </a:ext>
            </a:extLst>
          </p:cNvPr>
          <p:cNvSpPr txBox="1">
            <a:spLocks noGrp="1"/>
          </p:cNvSpPr>
          <p:nvPr>
            <p:ph type="body" idx="1"/>
          </p:nvPr>
        </p:nvSpPr>
        <p:spPr>
          <a:xfrm>
            <a:off x="474214" y="1602999"/>
            <a:ext cx="5341916"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E04D412F-B365-ECD8-8FFF-3B124DCAD3CD}"/>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2_Text links, 3 Fotos rechts" userDrawn="1">
  <p:cSld name="2_Text links, 3 Fotos rechts">
    <p:spTree>
      <p:nvGrpSpPr>
        <p:cNvPr id="1" name="Shape 96"/>
        <p:cNvGrpSpPr/>
        <p:nvPr/>
      </p:nvGrpSpPr>
      <p:grpSpPr>
        <a:xfrm>
          <a:off x="0" y="0"/>
          <a:ext cx="0" cy="0"/>
          <a:chOff x="0" y="0"/>
          <a:chExt cx="0" cy="0"/>
        </a:xfrm>
      </p:grpSpPr>
      <p:sp>
        <p:nvSpPr>
          <p:cNvPr id="98" name="Google Shape;98;p12"/>
          <p:cNvSpPr>
            <a:spLocks noGrp="1"/>
          </p:cNvSpPr>
          <p:nvPr>
            <p:ph type="pic" idx="2"/>
          </p:nvPr>
        </p:nvSpPr>
        <p:spPr>
          <a:xfrm>
            <a:off x="6094800" y="1132645"/>
            <a:ext cx="5616575" cy="2340000"/>
          </a:xfrm>
          <a:prstGeom prst="rect">
            <a:avLst/>
          </a:prstGeom>
          <a:solidFill>
            <a:schemeClr val="bg1"/>
          </a:solidFill>
          <a:ln>
            <a:noFill/>
          </a:ln>
        </p:spPr>
      </p:sp>
      <p:sp>
        <p:nvSpPr>
          <p:cNvPr id="102" name="Google Shape;102;p12"/>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05" name="Google Shape;105;p12"/>
          <p:cNvSpPr>
            <a:spLocks noGrp="1"/>
          </p:cNvSpPr>
          <p:nvPr>
            <p:ph type="pic" idx="3"/>
          </p:nvPr>
        </p:nvSpPr>
        <p:spPr>
          <a:xfrm>
            <a:off x="6096000" y="3805207"/>
            <a:ext cx="2628000" cy="2340000"/>
          </a:xfrm>
          <a:prstGeom prst="rect">
            <a:avLst/>
          </a:prstGeom>
          <a:solidFill>
            <a:schemeClr val="bg1"/>
          </a:solidFill>
          <a:ln>
            <a:noFill/>
          </a:ln>
        </p:spPr>
      </p:sp>
      <p:sp>
        <p:nvSpPr>
          <p:cNvPr id="106" name="Google Shape;106;p12"/>
          <p:cNvSpPr>
            <a:spLocks noGrp="1"/>
          </p:cNvSpPr>
          <p:nvPr>
            <p:ph type="pic" idx="4"/>
          </p:nvPr>
        </p:nvSpPr>
        <p:spPr>
          <a:xfrm>
            <a:off x="9084575" y="3805207"/>
            <a:ext cx="2628000"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5E81F2A6-5D28-F8CC-6798-1C5AC63C552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88D9641-BD84-AF99-56EA-32FAB7819B5E}"/>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E5A686B0-5E21-A25A-FCD9-784EF64484C2}"/>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8F0B0378-24FB-537A-F362-B215B2C87B58}"/>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340496D2-C60D-B8EB-90F8-98409EF57000}"/>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B2B8A8F7-A707-64C7-2AE6-81416C6C55EF}"/>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400DC504-4891-BD2A-4E5C-EE4335FF40BA}"/>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ext rechts, 1 Foto schmal links">
  <p:cSld name="Text rechts, 1 Foto schmal links">
    <p:bg>
      <p:bgPr>
        <a:solidFill>
          <a:schemeClr val="dk2"/>
        </a:solidFill>
        <a:effectLst/>
      </p:bgPr>
    </p:bg>
    <p:spTree>
      <p:nvGrpSpPr>
        <p:cNvPr id="1" name="Shape 117"/>
        <p:cNvGrpSpPr/>
        <p:nvPr/>
      </p:nvGrpSpPr>
      <p:grpSpPr>
        <a:xfrm>
          <a:off x="0" y="0"/>
          <a:ext cx="0" cy="0"/>
          <a:chOff x="0" y="0"/>
          <a:chExt cx="0" cy="0"/>
        </a:xfrm>
      </p:grpSpPr>
      <p:sp>
        <p:nvSpPr>
          <p:cNvPr id="118" name="Google Shape;118;p14"/>
          <p:cNvSpPr/>
          <p:nvPr/>
        </p:nvSpPr>
        <p:spPr>
          <a:xfrm>
            <a:off x="-2" y="0"/>
            <a:ext cx="12191999" cy="6858000"/>
          </a:xfrm>
          <a:custGeom>
            <a:avLst/>
            <a:gdLst/>
            <a:ahLst/>
            <a:cxnLst/>
            <a:rect l="l" t="t" r="r" b="b"/>
            <a:pathLst>
              <a:path w="12191999" h="6858000" extrusionOk="0">
                <a:moveTo>
                  <a:pt x="3945774" y="0"/>
                </a:moveTo>
                <a:lnTo>
                  <a:pt x="12191999" y="0"/>
                </a:lnTo>
                <a:lnTo>
                  <a:pt x="12191999" y="6858000"/>
                </a:lnTo>
                <a:lnTo>
                  <a:pt x="8246225" y="6858000"/>
                </a:lnTo>
                <a:lnTo>
                  <a:pt x="3945774" y="6858000"/>
                </a:lnTo>
                <a:lnTo>
                  <a:pt x="0" y="6858000"/>
                </a:lnTo>
                <a:lnTo>
                  <a:pt x="0" y="6367464"/>
                </a:lnTo>
                <a:lnTo>
                  <a:pt x="3945774" y="6367464"/>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Verdana"/>
              <a:ea typeface="Verdana"/>
              <a:cs typeface="Verdana"/>
              <a:sym typeface="Verdana"/>
            </a:endParaRPr>
          </a:p>
        </p:txBody>
      </p:sp>
      <p:sp>
        <p:nvSpPr>
          <p:cNvPr id="119" name="Google Shape;119;p14"/>
          <p:cNvSpPr/>
          <p:nvPr/>
        </p:nvSpPr>
        <p:spPr>
          <a:xfrm>
            <a:off x="-1" y="0"/>
            <a:ext cx="12191999" cy="6858000"/>
          </a:xfrm>
          <a:custGeom>
            <a:avLst/>
            <a:gdLst/>
            <a:ahLst/>
            <a:cxnLst/>
            <a:rect l="l" t="t" r="r" b="b"/>
            <a:pathLst>
              <a:path w="12191999" h="6858000" extrusionOk="0">
                <a:moveTo>
                  <a:pt x="0" y="0"/>
                </a:moveTo>
                <a:lnTo>
                  <a:pt x="1" y="0"/>
                </a:lnTo>
                <a:lnTo>
                  <a:pt x="1" y="6368304"/>
                </a:lnTo>
                <a:lnTo>
                  <a:pt x="5847965" y="6368304"/>
                </a:lnTo>
                <a:lnTo>
                  <a:pt x="5847965" y="0"/>
                </a:lnTo>
                <a:lnTo>
                  <a:pt x="12191999" y="0"/>
                </a:lnTo>
                <a:lnTo>
                  <a:pt x="12191999" y="6858000"/>
                </a:lnTo>
                <a:lnTo>
                  <a:pt x="0" y="6858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de-DE" sz="1800">
                <a:solidFill>
                  <a:schemeClr val="lt1"/>
                </a:solidFill>
                <a:latin typeface="Verdana"/>
                <a:ea typeface="Verdana"/>
                <a:cs typeface="Verdana"/>
                <a:sym typeface="Verdana"/>
              </a:rPr>
              <a:t> </a:t>
            </a:r>
            <a:endParaRPr/>
          </a:p>
        </p:txBody>
      </p:sp>
      <p:sp>
        <p:nvSpPr>
          <p:cNvPr id="121" name="Google Shape;121;p14"/>
          <p:cNvSpPr>
            <a:spLocks noGrp="1"/>
          </p:cNvSpPr>
          <p:nvPr>
            <p:ph type="pic" idx="2"/>
          </p:nvPr>
        </p:nvSpPr>
        <p:spPr>
          <a:xfrm>
            <a:off x="0" y="592976"/>
            <a:ext cx="3924300" cy="3498578"/>
          </a:xfrm>
          <a:prstGeom prst="rect">
            <a:avLst/>
          </a:prstGeom>
          <a:noFill/>
          <a:ln>
            <a:noFill/>
          </a:ln>
        </p:spPr>
      </p:sp>
      <p:sp>
        <p:nvSpPr>
          <p:cNvPr id="125" name="Google Shape;125;p14"/>
          <p:cNvSpPr txBox="1">
            <a:spLocks noGrp="1"/>
          </p:cNvSpPr>
          <p:nvPr>
            <p:ph type="sldNum" idx="12"/>
          </p:nvPr>
        </p:nvSpPr>
        <p:spPr>
          <a:xfrm>
            <a:off x="11531078" y="6419049"/>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sz="1100">
                <a:solidFill>
                  <a:schemeClr val="dk2"/>
                </a:solidFill>
                <a:latin typeface="Verdana"/>
                <a:ea typeface="Verdana"/>
                <a:cs typeface="Verdana"/>
                <a:sym typeface="Verdana"/>
              </a:defRPr>
            </a:lvl1pPr>
            <a:lvl2pPr marL="0" lvl="1" indent="0" algn="r">
              <a:spcBef>
                <a:spcPts val="0"/>
              </a:spcBef>
              <a:buNone/>
              <a:defRPr sz="1100">
                <a:solidFill>
                  <a:schemeClr val="dk2"/>
                </a:solidFill>
                <a:latin typeface="Verdana"/>
                <a:ea typeface="Verdana"/>
                <a:cs typeface="Verdana"/>
                <a:sym typeface="Verdana"/>
              </a:defRPr>
            </a:lvl2pPr>
            <a:lvl3pPr marL="0" lvl="2" indent="0" algn="r">
              <a:spcBef>
                <a:spcPts val="0"/>
              </a:spcBef>
              <a:buNone/>
              <a:defRPr sz="1100">
                <a:solidFill>
                  <a:schemeClr val="dk2"/>
                </a:solidFill>
                <a:latin typeface="Verdana"/>
                <a:ea typeface="Verdana"/>
                <a:cs typeface="Verdana"/>
                <a:sym typeface="Verdana"/>
              </a:defRPr>
            </a:lvl3pPr>
            <a:lvl4pPr marL="0" lvl="3" indent="0" algn="r">
              <a:spcBef>
                <a:spcPts val="0"/>
              </a:spcBef>
              <a:buNone/>
              <a:defRPr sz="1100">
                <a:solidFill>
                  <a:schemeClr val="dk2"/>
                </a:solidFill>
                <a:latin typeface="Verdana"/>
                <a:ea typeface="Verdana"/>
                <a:cs typeface="Verdana"/>
                <a:sym typeface="Verdana"/>
              </a:defRPr>
            </a:lvl4pPr>
            <a:lvl5pPr marL="0" lvl="4" indent="0" algn="r">
              <a:spcBef>
                <a:spcPts val="0"/>
              </a:spcBef>
              <a:buNone/>
              <a:defRPr sz="1100">
                <a:solidFill>
                  <a:schemeClr val="dk2"/>
                </a:solidFill>
                <a:latin typeface="Verdana"/>
                <a:ea typeface="Verdana"/>
                <a:cs typeface="Verdana"/>
                <a:sym typeface="Verdana"/>
              </a:defRPr>
            </a:lvl5pPr>
            <a:lvl6pPr marL="0" lvl="5" indent="0" algn="r">
              <a:spcBef>
                <a:spcPts val="0"/>
              </a:spcBef>
              <a:buNone/>
              <a:defRPr sz="1100">
                <a:solidFill>
                  <a:schemeClr val="dk2"/>
                </a:solidFill>
                <a:latin typeface="Verdana"/>
                <a:ea typeface="Verdana"/>
                <a:cs typeface="Verdana"/>
                <a:sym typeface="Verdana"/>
              </a:defRPr>
            </a:lvl6pPr>
            <a:lvl7pPr marL="0" lvl="6" indent="0" algn="r">
              <a:spcBef>
                <a:spcPts val="0"/>
              </a:spcBef>
              <a:buNone/>
              <a:defRPr sz="1100">
                <a:solidFill>
                  <a:schemeClr val="dk2"/>
                </a:solidFill>
                <a:latin typeface="Verdana"/>
                <a:ea typeface="Verdana"/>
                <a:cs typeface="Verdana"/>
                <a:sym typeface="Verdana"/>
              </a:defRPr>
            </a:lvl7pPr>
            <a:lvl8pPr marL="0" lvl="7" indent="0" algn="r">
              <a:spcBef>
                <a:spcPts val="0"/>
              </a:spcBef>
              <a:buNone/>
              <a:defRPr sz="1100">
                <a:solidFill>
                  <a:schemeClr val="dk2"/>
                </a:solidFill>
                <a:latin typeface="Verdana"/>
                <a:ea typeface="Verdana"/>
                <a:cs typeface="Verdana"/>
                <a:sym typeface="Verdana"/>
              </a:defRPr>
            </a:lvl8pPr>
            <a:lvl9pPr marL="0" lvl="8" indent="0" algn="r">
              <a:spcBef>
                <a:spcPts val="0"/>
              </a:spcBef>
              <a:buNone/>
              <a:defRPr sz="1100">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126" name="Google Shape;126;p14"/>
          <p:cNvSpPr txBox="1">
            <a:spLocks noGrp="1"/>
          </p:cNvSpPr>
          <p:nvPr>
            <p:ph type="title"/>
          </p:nvPr>
        </p:nvSpPr>
        <p:spPr>
          <a:xfrm>
            <a:off x="4390768" y="592976"/>
            <a:ext cx="5721071" cy="774770"/>
          </a:xfrm>
          <a:prstGeom prst="rect">
            <a:avLst/>
          </a:prstGeom>
          <a:noFill/>
          <a:ln>
            <a:noFill/>
          </a:ln>
        </p:spPr>
        <p:txBody>
          <a:bodyPr spcFirstLastPara="1" wrap="square" lIns="0" tIns="0" rIns="0" bIns="0" anchor="b" anchorCtr="0">
            <a:noAutofit/>
          </a:bodyPr>
          <a:lstStyle>
            <a:lvl1pPr lvl="0" algn="l">
              <a:lnSpc>
                <a:spcPct val="118181"/>
              </a:lnSpc>
              <a:spcBef>
                <a:spcPts val="0"/>
              </a:spcBef>
              <a:spcAft>
                <a:spcPts val="0"/>
              </a:spcAft>
              <a:buClr>
                <a:schemeClr val="dk1"/>
              </a:buClr>
              <a:buSzPts val="2200"/>
              <a:buFont typeface="Verdana"/>
              <a:buNone/>
              <a:defRPr sz="3200" b="1" i="0"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27" name="Google Shape;127;p14"/>
          <p:cNvSpPr txBox="1">
            <a:spLocks noGrp="1"/>
          </p:cNvSpPr>
          <p:nvPr>
            <p:ph type="body" idx="1"/>
          </p:nvPr>
        </p:nvSpPr>
        <p:spPr>
          <a:xfrm>
            <a:off x="4390768" y="1613290"/>
            <a:ext cx="7140832" cy="4531922"/>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None/>
              <a:defRPr>
                <a:solidFill>
                  <a:schemeClr val="bg2">
                    <a:lumMod val="50000"/>
                  </a:schemeClr>
                </a:solidFill>
              </a:defRPr>
            </a:lvl1pPr>
            <a:lvl2pPr marL="914400" lvl="1" indent="-370840" algn="l">
              <a:lnSpc>
                <a:spcPct val="137500"/>
              </a:lnSpc>
              <a:spcBef>
                <a:spcPts val="1100"/>
              </a:spcBef>
              <a:spcAft>
                <a:spcPts val="0"/>
              </a:spcAft>
              <a:buClr>
                <a:schemeClr val="dk1"/>
              </a:buClr>
              <a:buSzPts val="2240"/>
              <a:buChar char="•"/>
              <a:defRPr>
                <a:solidFill>
                  <a:schemeClr val="dk1"/>
                </a:solidFill>
              </a:defRPr>
            </a:lvl2pPr>
            <a:lvl3pPr marL="1371600" lvl="2" indent="-330200" algn="l">
              <a:lnSpc>
                <a:spcPct val="137500"/>
              </a:lnSpc>
              <a:spcBef>
                <a:spcPts val="1100"/>
              </a:spcBef>
              <a:spcAft>
                <a:spcPts val="0"/>
              </a:spcAft>
              <a:buSzPts val="1600"/>
              <a:buAutoNum type="arabicPeriod"/>
              <a:defRPr>
                <a:solidFill>
                  <a:schemeClr val="dk1"/>
                </a:solidFill>
              </a:defRPr>
            </a:lvl3pPr>
            <a:lvl4pPr marL="1828800" lvl="3" indent="-228600" algn="l">
              <a:lnSpc>
                <a:spcPct val="137500"/>
              </a:lnSpc>
              <a:spcBef>
                <a:spcPts val="1100"/>
              </a:spcBef>
              <a:spcAft>
                <a:spcPts val="0"/>
              </a:spcAft>
              <a:buClr>
                <a:schemeClr val="dk1"/>
              </a:buClr>
              <a:buSzPts val="1600"/>
              <a:buNone/>
              <a:defRPr>
                <a:solidFill>
                  <a:schemeClr val="dk1"/>
                </a:solidFill>
              </a:defRPr>
            </a:lvl4pPr>
            <a:lvl5pPr marL="2286000" lvl="4" indent="-360679" algn="l">
              <a:lnSpc>
                <a:spcPct val="137500"/>
              </a:lnSpc>
              <a:spcBef>
                <a:spcPts val="1100"/>
              </a:spcBef>
              <a:spcAft>
                <a:spcPts val="0"/>
              </a:spcAft>
              <a:buClr>
                <a:schemeClr val="dk1"/>
              </a:buClr>
              <a:buSzPts val="2080"/>
              <a:buChar char="•"/>
              <a:defRPr>
                <a:solidFill>
                  <a:schemeClr val="dk1"/>
                </a:solidFill>
              </a:defRPr>
            </a:lvl5pPr>
            <a:lvl6pPr marL="2743200" lvl="5" indent="-342900" algn="l">
              <a:lnSpc>
                <a:spcPct val="90000"/>
              </a:lnSpc>
              <a:spcBef>
                <a:spcPts val="1100"/>
              </a:spcBef>
              <a:spcAft>
                <a:spcPts val="0"/>
              </a:spcAft>
              <a:buClr>
                <a:schemeClr val="lt1"/>
              </a:buClr>
              <a:buSzPts val="1800"/>
              <a:buChar char="•"/>
              <a:defRPr/>
            </a:lvl6pPr>
            <a:lvl7pPr marL="3200400" lvl="6" indent="-342900" algn="l">
              <a:lnSpc>
                <a:spcPct val="90000"/>
              </a:lnSpc>
              <a:spcBef>
                <a:spcPts val="500"/>
              </a:spcBef>
              <a:spcAft>
                <a:spcPts val="0"/>
              </a:spcAft>
              <a:buClr>
                <a:schemeClr val="lt1"/>
              </a:buClr>
              <a:buSzPts val="1800"/>
              <a:buChar char="•"/>
              <a:defRPr/>
            </a:lvl7pPr>
            <a:lvl8pPr marL="3657600" lvl="7" indent="-342900" algn="l">
              <a:lnSpc>
                <a:spcPct val="90000"/>
              </a:lnSpc>
              <a:spcBef>
                <a:spcPts val="500"/>
              </a:spcBef>
              <a:spcAft>
                <a:spcPts val="0"/>
              </a:spcAft>
              <a:buClr>
                <a:schemeClr val="lt1"/>
              </a:buClr>
              <a:buSzPts val="1800"/>
              <a:buChar char="•"/>
              <a:defRPr/>
            </a:lvl8pPr>
            <a:lvl9pPr marL="4114800" lvl="8" indent="-342900" algn="l">
              <a:lnSpc>
                <a:spcPct val="90000"/>
              </a:lnSpc>
              <a:spcBef>
                <a:spcPts val="500"/>
              </a:spcBef>
              <a:spcAft>
                <a:spcPts val="0"/>
              </a:spcAft>
              <a:buClr>
                <a:schemeClr val="lt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6EFFF25-385B-B573-04C3-4753EA149DE5}"/>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6" name="Gleichschenkliges Dreieck 5">
            <a:extLst>
              <a:ext uri="{FF2B5EF4-FFF2-40B4-BE49-F238E27FC236}">
                <a16:creationId xmlns:a16="http://schemas.microsoft.com/office/drawing/2014/main" id="{83CF15C8-1379-F561-58A2-DFB58095814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Text, Schrift, Screenshot, Visitenkarte enthält.&#10;&#10;KI-generierte Inhalte können fehlerhaft sein.">
            <a:extLst>
              <a:ext uri="{FF2B5EF4-FFF2-40B4-BE49-F238E27FC236}">
                <a16:creationId xmlns:a16="http://schemas.microsoft.com/office/drawing/2014/main" id="{AEB8A20E-582C-E039-6FFC-7380C391284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139;p16">
            <a:extLst>
              <a:ext uri="{FF2B5EF4-FFF2-40B4-BE49-F238E27FC236}">
                <a16:creationId xmlns:a16="http://schemas.microsoft.com/office/drawing/2014/main" id="{3E552C7A-FFE6-586F-5603-9B608A414867}"/>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9" name="Google Shape;140;p16">
            <a:extLst>
              <a:ext uri="{FF2B5EF4-FFF2-40B4-BE49-F238E27FC236}">
                <a16:creationId xmlns:a16="http://schemas.microsoft.com/office/drawing/2014/main" id="{FC3758D3-62C4-4057-E3D4-43C2E1551CB1}"/>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ext zweispaltig">
  <p:cSld name="Text zweispaltig">
    <p:spTree>
      <p:nvGrpSpPr>
        <p:cNvPr id="1" name="Shape 128"/>
        <p:cNvGrpSpPr/>
        <p:nvPr/>
      </p:nvGrpSpPr>
      <p:grpSpPr>
        <a:xfrm>
          <a:off x="0" y="0"/>
          <a:ext cx="0" cy="0"/>
          <a:chOff x="0" y="0"/>
          <a:chExt cx="0" cy="0"/>
        </a:xfrm>
      </p:grpSpPr>
      <p:sp>
        <p:nvSpPr>
          <p:cNvPr id="133" name="Google Shape;133;p15"/>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34" name="Google Shape;134;p15"/>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35" name="Google Shape;135;p15"/>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F4340363-2822-D629-90FC-1EE2DE58AE42}"/>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68B47B0-5C45-757E-2168-FC690B2658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D093CCAC-1F8A-7844-9CD6-F93EE61E589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232B03C-5EE7-C1C1-AB07-63C80AECB1EB}"/>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B2E387E9-A790-4A41-8D34-2FF789C21CD7}"/>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ext dreispaltig" userDrawn="1">
  <p:cSld name="Text dreispaltig">
    <p:spTree>
      <p:nvGrpSpPr>
        <p:cNvPr id="1" name="Shape 136"/>
        <p:cNvGrpSpPr/>
        <p:nvPr/>
      </p:nvGrpSpPr>
      <p:grpSpPr>
        <a:xfrm>
          <a:off x="0" y="0"/>
          <a:ext cx="0" cy="0"/>
          <a:chOff x="0" y="0"/>
          <a:chExt cx="0" cy="0"/>
        </a:xfrm>
      </p:grpSpPr>
      <p:sp>
        <p:nvSpPr>
          <p:cNvPr id="141" name="Google Shape;141;p16"/>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A3AAD636-CB52-56E2-93AA-F9B53FE3F2B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EA56A580-B1FD-BD2F-7BA8-750C92EA73F5}"/>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86551C4-E7C2-F45F-3239-3286572BD7D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35;p15">
            <a:extLst>
              <a:ext uri="{FF2B5EF4-FFF2-40B4-BE49-F238E27FC236}">
                <a16:creationId xmlns:a16="http://schemas.microsoft.com/office/drawing/2014/main" id="{C252C7A8-9512-D729-3B1C-C6D65FEC7BB8}"/>
              </a:ext>
            </a:extLst>
          </p:cNvPr>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8A407166-5C0A-38F2-027B-AF7C9B6D128D}"/>
              </a:ext>
            </a:extLst>
          </p:cNvPr>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opics" userDrawn="1">
  <p:cSld name="Topics">
    <p:spTree>
      <p:nvGrpSpPr>
        <p:cNvPr id="1" name="Shape 144"/>
        <p:cNvGrpSpPr/>
        <p:nvPr/>
      </p:nvGrpSpPr>
      <p:grpSpPr>
        <a:xfrm>
          <a:off x="0" y="0"/>
          <a:ext cx="0" cy="0"/>
          <a:chOff x="0" y="0"/>
          <a:chExt cx="0" cy="0"/>
        </a:xfrm>
      </p:grpSpPr>
      <p:sp>
        <p:nvSpPr>
          <p:cNvPr id="146" name="Google Shape;146;p17"/>
          <p:cNvSpPr txBox="1">
            <a:spLocks noGrp="1"/>
          </p:cNvSpPr>
          <p:nvPr>
            <p:ph type="body" idx="1"/>
          </p:nvPr>
        </p:nvSpPr>
        <p:spPr>
          <a:xfrm>
            <a:off x="474663" y="2024063"/>
            <a:ext cx="3600000" cy="655637"/>
          </a:xfrm>
          <a:prstGeom prst="rect">
            <a:avLst/>
          </a:prstGeom>
          <a:solidFill>
            <a:srgbClr val="007A9E"/>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7" name="Google Shape;147;p17"/>
          <p:cNvSpPr txBox="1">
            <a:spLocks noGrp="1"/>
          </p:cNvSpPr>
          <p:nvPr>
            <p:ph type="body" idx="2"/>
          </p:nvPr>
        </p:nvSpPr>
        <p:spPr>
          <a:xfrm>
            <a:off x="4293394" y="2024063"/>
            <a:ext cx="3600000" cy="655637"/>
          </a:xfrm>
          <a:prstGeom prst="rect">
            <a:avLst/>
          </a:prstGeom>
          <a:solidFill>
            <a:schemeClr val="bg2">
              <a:lumMod val="75000"/>
            </a:schemeClr>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8" name="Google Shape;148;p17"/>
          <p:cNvSpPr txBox="1">
            <a:spLocks noGrp="1"/>
          </p:cNvSpPr>
          <p:nvPr>
            <p:ph type="body" idx="3"/>
          </p:nvPr>
        </p:nvSpPr>
        <p:spPr>
          <a:xfrm>
            <a:off x="8112125" y="2024063"/>
            <a:ext cx="3600000" cy="655637"/>
          </a:xfrm>
          <a:prstGeom prst="rect">
            <a:avLst/>
          </a:prstGeom>
          <a:solidFill>
            <a:srgbClr val="18E797"/>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9" name="Google Shape;149;p17"/>
          <p:cNvSpPr txBox="1">
            <a:spLocks noGrp="1"/>
          </p:cNvSpPr>
          <p:nvPr>
            <p:ph type="body" idx="4"/>
          </p:nvPr>
        </p:nvSpPr>
        <p:spPr>
          <a:xfrm>
            <a:off x="474213"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0" name="Google Shape;150;p17"/>
          <p:cNvSpPr txBox="1">
            <a:spLocks noGrp="1"/>
          </p:cNvSpPr>
          <p:nvPr>
            <p:ph type="body" idx="5"/>
          </p:nvPr>
        </p:nvSpPr>
        <p:spPr>
          <a:xfrm>
            <a:off x="4292944"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1" name="Google Shape;151;p17"/>
          <p:cNvSpPr txBox="1">
            <a:spLocks noGrp="1"/>
          </p:cNvSpPr>
          <p:nvPr>
            <p:ph type="body" idx="6"/>
          </p:nvPr>
        </p:nvSpPr>
        <p:spPr>
          <a:xfrm>
            <a:off x="8111675"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2" name="Google Shape;152;p17"/>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17"/>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4" name="Google Shape;154;p1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53A8B5D5-BB9A-EA75-2F92-CD7AEF1C326D}"/>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5948DC93-E1FE-631C-E582-7C35D931F24D}"/>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4" name="Google Shape;134;p15">
            <a:extLst>
              <a:ext uri="{FF2B5EF4-FFF2-40B4-BE49-F238E27FC236}">
                <a16:creationId xmlns:a16="http://schemas.microsoft.com/office/drawing/2014/main" id="{FEEB5722-502E-A839-6FED-2CFF08C3E802}"/>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opics mit Bildern" userDrawn="1">
  <p:cSld name="Topics mit Bildern">
    <p:spTree>
      <p:nvGrpSpPr>
        <p:cNvPr id="1" name="Shape 156"/>
        <p:cNvGrpSpPr/>
        <p:nvPr/>
      </p:nvGrpSpPr>
      <p:grpSpPr>
        <a:xfrm>
          <a:off x="0" y="0"/>
          <a:ext cx="0" cy="0"/>
          <a:chOff x="0" y="0"/>
          <a:chExt cx="0" cy="0"/>
        </a:xfrm>
      </p:grpSpPr>
      <p:sp>
        <p:nvSpPr>
          <p:cNvPr id="157" name="Google Shape;157;p18"/>
          <p:cNvSpPr txBox="1">
            <a:spLocks noGrp="1"/>
          </p:cNvSpPr>
          <p:nvPr>
            <p:ph type="body" idx="1"/>
          </p:nvPr>
        </p:nvSpPr>
        <p:spPr>
          <a:xfrm>
            <a:off x="47670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8" name="Google Shape;158;p18"/>
          <p:cNvSpPr>
            <a:spLocks noGrp="1"/>
          </p:cNvSpPr>
          <p:nvPr>
            <p:ph type="pic" idx="2"/>
          </p:nvPr>
        </p:nvSpPr>
        <p:spPr>
          <a:xfrm>
            <a:off x="8112125" y="2024063"/>
            <a:ext cx="3600000" cy="1728787"/>
          </a:xfrm>
          <a:prstGeom prst="rect">
            <a:avLst/>
          </a:prstGeom>
          <a:solidFill>
            <a:srgbClr val="007A9E"/>
          </a:solidFill>
          <a:ln>
            <a:noFill/>
          </a:ln>
        </p:spPr>
      </p:sp>
      <p:sp>
        <p:nvSpPr>
          <p:cNvPr id="159" name="Google Shape;159;p18"/>
          <p:cNvSpPr>
            <a:spLocks noGrp="1"/>
          </p:cNvSpPr>
          <p:nvPr>
            <p:ph type="pic" idx="3"/>
          </p:nvPr>
        </p:nvSpPr>
        <p:spPr>
          <a:xfrm>
            <a:off x="4293394" y="2024063"/>
            <a:ext cx="3600000" cy="1728787"/>
          </a:xfrm>
          <a:prstGeom prst="rect">
            <a:avLst/>
          </a:prstGeom>
          <a:solidFill>
            <a:srgbClr val="007A9E"/>
          </a:solidFill>
          <a:ln>
            <a:noFill/>
          </a:ln>
        </p:spPr>
      </p:sp>
      <p:sp>
        <p:nvSpPr>
          <p:cNvPr id="160" name="Google Shape;160;p18"/>
          <p:cNvSpPr>
            <a:spLocks noGrp="1"/>
          </p:cNvSpPr>
          <p:nvPr>
            <p:ph type="pic" idx="4"/>
          </p:nvPr>
        </p:nvSpPr>
        <p:spPr>
          <a:xfrm>
            <a:off x="476704" y="2024063"/>
            <a:ext cx="3600000" cy="1728787"/>
          </a:xfrm>
          <a:prstGeom prst="rect">
            <a:avLst/>
          </a:prstGeom>
          <a:solidFill>
            <a:srgbClr val="007A9E"/>
          </a:solidFill>
          <a:ln>
            <a:noFill/>
          </a:ln>
        </p:spPr>
      </p:sp>
      <p:sp>
        <p:nvSpPr>
          <p:cNvPr id="161" name="Google Shape;161;p18"/>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2" name="Google Shape;162;p18"/>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3" name="Google Shape;163;p18"/>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66" name="Google Shape;166;p18"/>
          <p:cNvSpPr txBox="1">
            <a:spLocks noGrp="1"/>
          </p:cNvSpPr>
          <p:nvPr>
            <p:ph type="body" idx="5"/>
          </p:nvPr>
        </p:nvSpPr>
        <p:spPr>
          <a:xfrm>
            <a:off x="429339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7" name="Google Shape;167;p18"/>
          <p:cNvSpPr txBox="1">
            <a:spLocks noGrp="1"/>
          </p:cNvSpPr>
          <p:nvPr>
            <p:ph type="body" idx="6"/>
          </p:nvPr>
        </p:nvSpPr>
        <p:spPr>
          <a:xfrm>
            <a:off x="8112125"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1A161B3C-4DEA-8CC2-40A4-5A0CA16951D1}"/>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65559268-D605-04E4-68C9-06F1C92DA7D3}"/>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5" name="Google Shape;134;p15">
            <a:extLst>
              <a:ext uri="{FF2B5EF4-FFF2-40B4-BE49-F238E27FC236}">
                <a16:creationId xmlns:a16="http://schemas.microsoft.com/office/drawing/2014/main" id="{0DE01C98-EDAF-C75C-A07C-6D54FA668D8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opics ohne Bildern" userDrawn="1">
  <p:cSld name="Topics ohne Bildern">
    <p:spTree>
      <p:nvGrpSpPr>
        <p:cNvPr id="1" name="Shape 168"/>
        <p:cNvGrpSpPr/>
        <p:nvPr/>
      </p:nvGrpSpPr>
      <p:grpSpPr>
        <a:xfrm>
          <a:off x="0" y="0"/>
          <a:ext cx="0" cy="0"/>
          <a:chOff x="0" y="0"/>
          <a:chExt cx="0" cy="0"/>
        </a:xfrm>
      </p:grpSpPr>
      <p:sp>
        <p:nvSpPr>
          <p:cNvPr id="171" name="Google Shape;171;p19"/>
          <p:cNvSpPr txBox="1">
            <a:spLocks noGrp="1"/>
          </p:cNvSpPr>
          <p:nvPr>
            <p:ph type="body" idx="1"/>
          </p:nvPr>
        </p:nvSpPr>
        <p:spPr>
          <a:xfrm>
            <a:off x="659724" y="2049779"/>
            <a:ext cx="3420000" cy="3979210"/>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2" name="Google Shape;172;p19"/>
          <p:cNvSpPr txBox="1">
            <a:spLocks noGrp="1"/>
          </p:cNvSpPr>
          <p:nvPr>
            <p:ph type="body" idx="2"/>
          </p:nvPr>
        </p:nvSpPr>
        <p:spPr>
          <a:xfrm>
            <a:off x="4470969"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3" name="Google Shape;173;p19"/>
          <p:cNvSpPr txBox="1">
            <a:spLocks noGrp="1"/>
          </p:cNvSpPr>
          <p:nvPr>
            <p:ph type="body" idx="3"/>
          </p:nvPr>
        </p:nvSpPr>
        <p:spPr>
          <a:xfrm>
            <a:off x="8282214"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cxnSp>
        <p:nvCxnSpPr>
          <p:cNvPr id="174" name="Google Shape;174;p19"/>
          <p:cNvCxnSpPr/>
          <p:nvPr/>
        </p:nvCxnSpPr>
        <p:spPr>
          <a:xfrm>
            <a:off x="482148"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5" name="Google Shape;175;p19"/>
          <p:cNvCxnSpPr/>
          <p:nvPr/>
        </p:nvCxnSpPr>
        <p:spPr>
          <a:xfrm>
            <a:off x="4293394"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6" name="Google Shape;176;p19"/>
          <p:cNvCxnSpPr/>
          <p:nvPr/>
        </p:nvCxnSpPr>
        <p:spPr>
          <a:xfrm>
            <a:off x="8112125" y="1963972"/>
            <a:ext cx="0" cy="4065016"/>
          </a:xfrm>
          <a:prstGeom prst="straightConnector1">
            <a:avLst/>
          </a:prstGeom>
          <a:noFill/>
          <a:ln w="9525" cap="flat" cmpd="sng">
            <a:solidFill>
              <a:schemeClr val="dk1"/>
            </a:solidFill>
            <a:prstDash val="solid"/>
            <a:miter lim="800000"/>
            <a:headEnd type="none" w="sm" len="sm"/>
            <a:tailEnd type="none" w="sm" len="sm"/>
          </a:ln>
        </p:spPr>
      </p:cxnSp>
      <p:sp>
        <p:nvSpPr>
          <p:cNvPr id="177" name="Google Shape;177;p19"/>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8" name="Google Shape;178;p19"/>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19"/>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440CD5CE-2559-B4BA-9CC9-5D0C2ACD860C}"/>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07E29C0B-DCD5-7541-0976-477AB55E9F8F}"/>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3" name="Google Shape;134;p15">
            <a:extLst>
              <a:ext uri="{FF2B5EF4-FFF2-40B4-BE49-F238E27FC236}">
                <a16:creationId xmlns:a16="http://schemas.microsoft.com/office/drawing/2014/main" id="{22E8A514-8E80-9DEB-F599-FD0E4844B4D6}"/>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Farbiger Hintergrund" userDrawn="1">
  <p:cSld name="Farbiger Hintergrund">
    <p:bg>
      <p:bgPr>
        <a:solidFill>
          <a:schemeClr val="lt1"/>
        </a:solidFill>
        <a:effectLst/>
      </p:bgPr>
    </p:bg>
    <p:spTree>
      <p:nvGrpSpPr>
        <p:cNvPr id="1" name="Shape 180"/>
        <p:cNvGrpSpPr/>
        <p:nvPr/>
      </p:nvGrpSpPr>
      <p:grpSpPr>
        <a:xfrm>
          <a:off x="0" y="0"/>
          <a:ext cx="0" cy="0"/>
          <a:chOff x="0" y="0"/>
          <a:chExt cx="0" cy="0"/>
        </a:xfrm>
      </p:grpSpPr>
      <p:sp>
        <p:nvSpPr>
          <p:cNvPr id="183" name="Google Shape;183;p20"/>
          <p:cNvSpPr>
            <a:spLocks noGrp="1"/>
          </p:cNvSpPr>
          <p:nvPr>
            <p:ph type="pic" idx="2"/>
          </p:nvPr>
        </p:nvSpPr>
        <p:spPr>
          <a:xfrm>
            <a:off x="442913" y="1598686"/>
            <a:ext cx="11269662" cy="4746552"/>
          </a:xfrm>
          <a:prstGeom prst="rect">
            <a:avLst/>
          </a:prstGeom>
          <a:solidFill>
            <a:schemeClr val="bg1"/>
          </a:solidFill>
          <a:ln>
            <a:noFill/>
          </a:ln>
        </p:spPr>
      </p:sp>
      <p:sp>
        <p:nvSpPr>
          <p:cNvPr id="184" name="Google Shape;184;p20"/>
          <p:cNvSpPr txBox="1">
            <a:spLocks noGrp="1"/>
          </p:cNvSpPr>
          <p:nvPr>
            <p:ph type="body" idx="1"/>
          </p:nvPr>
        </p:nvSpPr>
        <p:spPr>
          <a:xfrm>
            <a:off x="7908925" y="1781246"/>
            <a:ext cx="4283075" cy="4003675"/>
          </a:xfrm>
          <a:prstGeom prst="rect">
            <a:avLst/>
          </a:prstGeom>
          <a:solidFill>
            <a:schemeClr val="dk2"/>
          </a:solidFill>
          <a:ln>
            <a:noFill/>
          </a:ln>
        </p:spPr>
        <p:txBody>
          <a:bodyPr spcFirstLastPara="1" wrap="square" lIns="252000" tIns="180000" rIns="468000" bIns="180000" anchor="t" anchorCtr="0">
            <a:noAutofit/>
          </a:bodyPr>
          <a:lstStyle>
            <a:lvl1pPr marL="457200" lvl="0" indent="-228600" algn="l">
              <a:lnSpc>
                <a:spcPct val="128571"/>
              </a:lnSpc>
              <a:spcBef>
                <a:spcPts val="0"/>
              </a:spcBef>
              <a:spcAft>
                <a:spcPts val="0"/>
              </a:spcAft>
              <a:buClr>
                <a:schemeClr val="lt1"/>
              </a:buClr>
              <a:buSzPts val="1400"/>
              <a:buNone/>
              <a:defRPr sz="1400" b="1">
                <a:solidFill>
                  <a:schemeClr val="lt1"/>
                </a:solidFill>
              </a:defRPr>
            </a:lvl1pPr>
            <a:lvl2pPr marL="914400" lvl="1" indent="-353060" algn="l">
              <a:lnSpc>
                <a:spcPct val="128571"/>
              </a:lnSpc>
              <a:spcBef>
                <a:spcPts val="0"/>
              </a:spcBef>
              <a:spcAft>
                <a:spcPts val="0"/>
              </a:spcAft>
              <a:buClr>
                <a:schemeClr val="lt1"/>
              </a:buClr>
              <a:buSzPts val="1960"/>
              <a:buChar char="•"/>
              <a:defRPr sz="1400">
                <a:solidFill>
                  <a:schemeClr val="lt1"/>
                </a:solidFill>
              </a:defRPr>
            </a:lvl2pPr>
            <a:lvl3pPr marL="1371600" lvl="2" indent="-317500" algn="l">
              <a:lnSpc>
                <a:spcPct val="128571"/>
              </a:lnSpc>
              <a:spcBef>
                <a:spcPts val="1800"/>
              </a:spcBef>
              <a:spcAft>
                <a:spcPts val="0"/>
              </a:spcAft>
              <a:buClr>
                <a:schemeClr val="lt1"/>
              </a:buClr>
              <a:buSzPts val="1400"/>
              <a:buAutoNum type="arabicPeriod"/>
              <a:defRPr sz="1400">
                <a:solidFill>
                  <a:schemeClr val="lt1"/>
                </a:solidFill>
              </a:defRPr>
            </a:lvl3pPr>
            <a:lvl4pPr marL="1828800" lvl="3" indent="-228600" algn="l">
              <a:lnSpc>
                <a:spcPct val="128571"/>
              </a:lnSpc>
              <a:spcBef>
                <a:spcPts val="0"/>
              </a:spcBef>
              <a:spcAft>
                <a:spcPts val="0"/>
              </a:spcAft>
              <a:buClr>
                <a:schemeClr val="lt1"/>
              </a:buClr>
              <a:buSzPts val="1400"/>
              <a:buNone/>
              <a:defRPr sz="1400">
                <a:solidFill>
                  <a:schemeClr val="lt1"/>
                </a:solidFill>
              </a:defRPr>
            </a:lvl4pPr>
            <a:lvl5pPr marL="2286000" lvl="4" indent="-344170" algn="l">
              <a:lnSpc>
                <a:spcPct val="128571"/>
              </a:lnSpc>
              <a:spcBef>
                <a:spcPts val="0"/>
              </a:spcBef>
              <a:spcAft>
                <a:spcPts val="0"/>
              </a:spcAft>
              <a:buClr>
                <a:schemeClr val="lt1"/>
              </a:buClr>
              <a:buSzPts val="1820"/>
              <a:buChar char="•"/>
              <a:defRPr sz="14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5" name="Google Shape;185;p20"/>
          <p:cNvSpPr txBox="1">
            <a:spLocks noGrp="1"/>
          </p:cNvSpPr>
          <p:nvPr>
            <p:ph type="dt" idx="10"/>
          </p:nvPr>
        </p:nvSpPr>
        <p:spPr>
          <a:xfrm>
            <a:off x="4216923" y="6419198"/>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86" name="Google Shape;186;p20"/>
          <p:cNvSpPr txBox="1">
            <a:spLocks noGrp="1"/>
          </p:cNvSpPr>
          <p:nvPr>
            <p:ph type="ftr" idx="11"/>
          </p:nvPr>
        </p:nvSpPr>
        <p:spPr>
          <a:xfrm>
            <a:off x="5370587" y="6419198"/>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20"/>
          <p:cNvSpPr txBox="1">
            <a:spLocks noGrp="1"/>
          </p:cNvSpPr>
          <p:nvPr>
            <p:ph type="sldNum" idx="12"/>
          </p:nvPr>
        </p:nvSpPr>
        <p:spPr>
          <a:xfrm>
            <a:off x="11531078" y="641919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2D6E7480-AEB2-8D62-6FCF-C7068FEE744F}"/>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19F5DB62-195F-FD6E-5619-1A35B4AE8B1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3FDAC246-403F-9041-17EC-DB4B9AFCBA7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4;p15">
            <a:extLst>
              <a:ext uri="{FF2B5EF4-FFF2-40B4-BE49-F238E27FC236}">
                <a16:creationId xmlns:a16="http://schemas.microsoft.com/office/drawing/2014/main" id="{6B2CD45F-A9E2-0E11-694A-035C17EE794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019174" y="484414"/>
            <a:ext cx="10514014" cy="1206274"/>
          </a:xfrm>
          <a:prstGeom prst="rect">
            <a:avLst/>
          </a:prstGeom>
          <a:noFill/>
          <a:ln>
            <a:noFill/>
          </a:ln>
        </p:spPr>
        <p:txBody>
          <a:bodyPr spcFirstLastPara="1" wrap="square" lIns="0" tIns="0" rIns="0" bIns="0" anchor="b" anchorCtr="0">
            <a:noAutofit/>
          </a:bodyPr>
          <a:lstStyle>
            <a:lvl1pPr marR="0" lvl="0" algn="l" rtl="0">
              <a:lnSpc>
                <a:spcPct val="118181"/>
              </a:lnSpc>
              <a:spcBef>
                <a:spcPts val="0"/>
              </a:spcBef>
              <a:spcAft>
                <a:spcPts val="0"/>
              </a:spcAft>
              <a:buClr>
                <a:schemeClr val="dk1"/>
              </a:buClr>
              <a:buSzPts val="2200"/>
              <a:buFont typeface="Verdana"/>
              <a:buNone/>
              <a:defRPr sz="2200" b="0" i="0" u="none" strike="noStrike" cap="non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lang="de-DE" dirty="0"/>
          </a:p>
        </p:txBody>
      </p:sp>
      <p:sp>
        <p:nvSpPr>
          <p:cNvPr id="11" name="Google Shape;11;p1"/>
          <p:cNvSpPr txBox="1">
            <a:spLocks noGrp="1"/>
          </p:cNvSpPr>
          <p:nvPr>
            <p:ph type="body" idx="1"/>
          </p:nvPr>
        </p:nvSpPr>
        <p:spPr>
          <a:xfrm>
            <a:off x="1019174" y="1690688"/>
            <a:ext cx="10514014" cy="4654550"/>
          </a:xfrm>
          <a:prstGeom prst="rect">
            <a:avLst/>
          </a:prstGeom>
          <a:noFill/>
          <a:ln>
            <a:noFill/>
          </a:ln>
        </p:spPr>
        <p:txBody>
          <a:bodyPr spcFirstLastPara="1" wrap="square" lIns="0" tIns="0" rIns="0" bIns="0" anchor="t" anchorCtr="0">
            <a:noAutofit/>
          </a:bodyPr>
          <a:lstStyle>
            <a:lvl1pPr marL="457200" marR="0" lvl="0" indent="-228600" algn="l" rtl="0">
              <a:lnSpc>
                <a:spcPct val="137500"/>
              </a:lnSpc>
              <a:spcBef>
                <a:spcPts val="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1pPr>
            <a:lvl2pPr marL="914400" marR="0" lvl="1" indent="-370840" algn="l" rtl="0">
              <a:lnSpc>
                <a:spcPct val="137500"/>
              </a:lnSpc>
              <a:spcBef>
                <a:spcPts val="1100"/>
              </a:spcBef>
              <a:spcAft>
                <a:spcPts val="0"/>
              </a:spcAft>
              <a:buClr>
                <a:schemeClr val="dk1"/>
              </a:buClr>
              <a:buSzPts val="2240"/>
              <a:buFont typeface="Arial"/>
              <a:buChar char="•"/>
              <a:defRPr sz="1600" b="0" i="0" u="none" strike="noStrike" cap="none">
                <a:solidFill>
                  <a:schemeClr val="dk1"/>
                </a:solidFill>
                <a:latin typeface="Verdana"/>
                <a:ea typeface="Verdana"/>
                <a:cs typeface="Verdana"/>
                <a:sym typeface="Verdana"/>
              </a:defRPr>
            </a:lvl2pPr>
            <a:lvl3pPr marL="1371600" marR="0" lvl="2" indent="-330200" algn="l" rtl="0">
              <a:lnSpc>
                <a:spcPct val="137500"/>
              </a:lnSpc>
              <a:spcBef>
                <a:spcPts val="1100"/>
              </a:spcBef>
              <a:spcAft>
                <a:spcPts val="0"/>
              </a:spcAft>
              <a:buClr>
                <a:schemeClr val="dk1"/>
              </a:buClr>
              <a:buSzPts val="1600"/>
              <a:buFont typeface="Verdana"/>
              <a:buAutoNum type="arabicPeriod"/>
              <a:defRPr sz="1600" b="0" i="0" u="none" strike="noStrike" cap="none">
                <a:solidFill>
                  <a:schemeClr val="dk1"/>
                </a:solidFill>
                <a:latin typeface="Verdana"/>
                <a:ea typeface="Verdana"/>
                <a:cs typeface="Verdana"/>
                <a:sym typeface="Verdana"/>
              </a:defRPr>
            </a:lvl3pPr>
            <a:lvl4pPr marL="1828800" marR="0" lvl="3" indent="-228600" algn="l" rtl="0">
              <a:lnSpc>
                <a:spcPct val="137500"/>
              </a:lnSpc>
              <a:spcBef>
                <a:spcPts val="110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4pPr>
            <a:lvl5pPr marL="2286000" marR="0" lvl="4" indent="-360679" algn="l" rtl="0">
              <a:lnSpc>
                <a:spcPct val="137500"/>
              </a:lnSpc>
              <a:spcBef>
                <a:spcPts val="1100"/>
              </a:spcBef>
              <a:spcAft>
                <a:spcPts val="0"/>
              </a:spcAft>
              <a:buClr>
                <a:schemeClr val="dk1"/>
              </a:buClr>
              <a:buSzPts val="208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90000"/>
              </a:lnSpc>
              <a:spcBef>
                <a:spcPts val="11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9pPr>
          </a:lstStyle>
          <a:p>
            <a:endParaRPr dirty="0"/>
          </a:p>
        </p:txBody>
      </p:sp>
      <p:sp>
        <p:nvSpPr>
          <p:cNvPr id="14" name="Google Shape;14;p1"/>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marR="0" lvl="0" indent="0" algn="r" rtl="0">
              <a:spcBef>
                <a:spcPts val="0"/>
              </a:spcBef>
              <a:buNone/>
              <a:defRPr sz="1100" b="0" i="0" u="none" strike="noStrike" cap="none">
                <a:solidFill>
                  <a:schemeClr val="dk2"/>
                </a:solidFill>
                <a:latin typeface="Verdana"/>
                <a:ea typeface="Verdana"/>
                <a:cs typeface="Verdana"/>
                <a:sym typeface="Verdana"/>
              </a:defRPr>
            </a:lvl1pPr>
            <a:lvl2pPr marL="0" marR="0" lvl="1" indent="0" algn="r" rtl="0">
              <a:spcBef>
                <a:spcPts val="0"/>
              </a:spcBef>
              <a:buNone/>
              <a:defRPr sz="1100" b="0" i="0" u="none" strike="noStrike" cap="none">
                <a:solidFill>
                  <a:schemeClr val="dk2"/>
                </a:solidFill>
                <a:latin typeface="Verdana"/>
                <a:ea typeface="Verdana"/>
                <a:cs typeface="Verdana"/>
                <a:sym typeface="Verdana"/>
              </a:defRPr>
            </a:lvl2pPr>
            <a:lvl3pPr marL="0" marR="0" lvl="2" indent="0" algn="r" rtl="0">
              <a:spcBef>
                <a:spcPts val="0"/>
              </a:spcBef>
              <a:buNone/>
              <a:defRPr sz="1100" b="0" i="0" u="none" strike="noStrike" cap="none">
                <a:solidFill>
                  <a:schemeClr val="dk2"/>
                </a:solidFill>
                <a:latin typeface="Verdana"/>
                <a:ea typeface="Verdana"/>
                <a:cs typeface="Verdana"/>
                <a:sym typeface="Verdana"/>
              </a:defRPr>
            </a:lvl3pPr>
            <a:lvl4pPr marL="0" marR="0" lvl="3" indent="0" algn="r" rtl="0">
              <a:spcBef>
                <a:spcPts val="0"/>
              </a:spcBef>
              <a:buNone/>
              <a:defRPr sz="1100" b="0" i="0" u="none" strike="noStrike" cap="none">
                <a:solidFill>
                  <a:schemeClr val="dk2"/>
                </a:solidFill>
                <a:latin typeface="Verdana"/>
                <a:ea typeface="Verdana"/>
                <a:cs typeface="Verdana"/>
                <a:sym typeface="Verdana"/>
              </a:defRPr>
            </a:lvl4pPr>
            <a:lvl5pPr marL="0" marR="0" lvl="4" indent="0" algn="r" rtl="0">
              <a:spcBef>
                <a:spcPts val="0"/>
              </a:spcBef>
              <a:buNone/>
              <a:defRPr sz="1100" b="0" i="0" u="none" strike="noStrike" cap="none">
                <a:solidFill>
                  <a:schemeClr val="dk2"/>
                </a:solidFill>
                <a:latin typeface="Verdana"/>
                <a:ea typeface="Verdana"/>
                <a:cs typeface="Verdana"/>
                <a:sym typeface="Verdana"/>
              </a:defRPr>
            </a:lvl5pPr>
            <a:lvl6pPr marL="0" marR="0" lvl="5" indent="0" algn="r" rtl="0">
              <a:spcBef>
                <a:spcPts val="0"/>
              </a:spcBef>
              <a:buNone/>
              <a:defRPr sz="1100" b="0" i="0" u="none" strike="noStrike" cap="none">
                <a:solidFill>
                  <a:schemeClr val="dk2"/>
                </a:solidFill>
                <a:latin typeface="Verdana"/>
                <a:ea typeface="Verdana"/>
                <a:cs typeface="Verdana"/>
                <a:sym typeface="Verdana"/>
              </a:defRPr>
            </a:lvl6pPr>
            <a:lvl7pPr marL="0" marR="0" lvl="6" indent="0" algn="r" rtl="0">
              <a:spcBef>
                <a:spcPts val="0"/>
              </a:spcBef>
              <a:buNone/>
              <a:defRPr sz="1100" b="0" i="0" u="none" strike="noStrike" cap="none">
                <a:solidFill>
                  <a:schemeClr val="dk2"/>
                </a:solidFill>
                <a:latin typeface="Verdana"/>
                <a:ea typeface="Verdana"/>
                <a:cs typeface="Verdana"/>
                <a:sym typeface="Verdana"/>
              </a:defRPr>
            </a:lvl7pPr>
            <a:lvl8pPr marL="0" marR="0" lvl="7" indent="0" algn="r" rtl="0">
              <a:spcBef>
                <a:spcPts val="0"/>
              </a:spcBef>
              <a:buNone/>
              <a:defRPr sz="1100" b="0" i="0" u="none" strike="noStrike" cap="none">
                <a:solidFill>
                  <a:schemeClr val="dk2"/>
                </a:solidFill>
                <a:latin typeface="Verdana"/>
                <a:ea typeface="Verdana"/>
                <a:cs typeface="Verdana"/>
                <a:sym typeface="Verdana"/>
              </a:defRPr>
            </a:lvl8pPr>
            <a:lvl9pPr marL="0" marR="0" lvl="8" indent="0" algn="r" rtl="0">
              <a:spcBef>
                <a:spcPts val="0"/>
              </a:spcBef>
              <a:buNone/>
              <a:defRPr sz="1100" b="0" i="0" u="none" strike="noStrike" cap="none">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2" name="Google Shape;139;p16">
            <a:extLst>
              <a:ext uri="{FF2B5EF4-FFF2-40B4-BE49-F238E27FC236}">
                <a16:creationId xmlns:a16="http://schemas.microsoft.com/office/drawing/2014/main" id="{A789452D-3A50-1B2E-F5D6-219636FC1D52}"/>
              </a:ext>
            </a:extLst>
          </p:cNvPr>
          <p:cNvSpPr txBox="1">
            <a:spLocks noGrp="1"/>
          </p:cNvSpPr>
          <p:nvPr>
            <p:ph type="dt" idx="2"/>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3" name="Google Shape;140;p16">
            <a:extLst>
              <a:ext uri="{FF2B5EF4-FFF2-40B4-BE49-F238E27FC236}">
                <a16:creationId xmlns:a16="http://schemas.microsoft.com/office/drawing/2014/main" id="{81F1450C-FC39-BA3C-9C56-02766FBE43E4}"/>
              </a:ext>
            </a:extLst>
          </p:cNvPr>
          <p:cNvSpPr txBox="1">
            <a:spLocks noGrp="1"/>
          </p:cNvSpPr>
          <p:nvPr>
            <p:ph type="ftr" idx="3"/>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Tree>
  </p:cSld>
  <p:clrMap bg1="lt1" tx1="dk1" bg2="dk2" tx2="lt2" accent1="accent1" accent2="accent2" accent3="accent3" accent4="accent4" accent5="accent5" accent6="accent6" hlink="hlink" folHlink="folHlink"/>
  <p:sldLayoutIdLst>
    <p:sldLayoutId id="2147483648" r:id="rId1"/>
    <p:sldLayoutId id="2147483668" r:id="rId2"/>
    <p:sldLayoutId id="2147483695" r:id="rId3"/>
    <p:sldLayoutId id="2147483697" r:id="rId4"/>
    <p:sldLayoutId id="2147483699" r:id="rId5"/>
    <p:sldLayoutId id="2147483710" r:id="rId6"/>
    <p:sldLayoutId id="2147483712" r:id="rId7"/>
    <p:sldLayoutId id="2147483701" r:id="rId8"/>
    <p:sldLayoutId id="2147483673" r:id="rId9"/>
    <p:sldLayoutId id="2147483685" r:id="rId10"/>
    <p:sldLayoutId id="2147483674" r:id="rId11"/>
    <p:sldLayoutId id="2147483696" r:id="rId12"/>
    <p:sldLayoutId id="2147483698" r:id="rId13"/>
    <p:sldLayoutId id="2147483700" r:id="rId14"/>
    <p:sldLayoutId id="2147483711" r:id="rId15"/>
    <p:sldLayoutId id="2147483702" r:id="rId16"/>
    <p:sldLayoutId id="2147483688" r:id="rId17"/>
    <p:sldLayoutId id="2147483703" r:id="rId18"/>
    <p:sldLayoutId id="2147483684" r:id="rId19"/>
    <p:sldLayoutId id="2147483679" r:id="rId20"/>
    <p:sldLayoutId id="2147483682" r:id="rId21"/>
    <p:sldLayoutId id="2147483680" r:id="rId22"/>
    <p:sldLayoutId id="2147483681" r:id="rId23"/>
    <p:sldLayoutId id="2147483689" r:id="rId24"/>
    <p:sldLayoutId id="2147483690" r:id="rId25"/>
    <p:sldLayoutId id="2147483691" r:id="rId26"/>
    <p:sldLayoutId id="2147483692" r:id="rId27"/>
    <p:sldLayoutId id="2147483693" r:id="rId28"/>
    <p:sldLayoutId id="2147483694" r:id="rId29"/>
    <p:sldLayoutId id="2147483704" r:id="rId30"/>
    <p:sldLayoutId id="2147483705" r:id="rId31"/>
    <p:sldLayoutId id="2147483706" r:id="rId32"/>
    <p:sldLayoutId id="2147483707" r:id="rId33"/>
    <p:sldLayoutId id="2147483708" r:id="rId34"/>
    <p:sldLayoutId id="2147483653" r:id="rId35"/>
    <p:sldLayoutId id="2147483654" r:id="rId36"/>
    <p:sldLayoutId id="2147483709" r:id="rId37"/>
    <p:sldLayoutId id="2147483652" r:id="rId38"/>
    <p:sldLayoutId id="2147483686" r:id="rId39"/>
    <p:sldLayoutId id="2147483655" r:id="rId40"/>
    <p:sldLayoutId id="2147483656" r:id="rId41"/>
    <p:sldLayoutId id="2147483657" r:id="rId42"/>
    <p:sldLayoutId id="2147483658" r:id="rId43"/>
    <p:sldLayoutId id="2147483660" r:id="rId44"/>
    <p:sldLayoutId id="2147483661" r:id="rId45"/>
    <p:sldLayoutId id="2147483662" r:id="rId46"/>
    <p:sldLayoutId id="2147483663" r:id="rId47"/>
    <p:sldLayoutId id="2147483664" r:id="rId48"/>
    <p:sldLayoutId id="2147483665" r:id="rId49"/>
    <p:sldLayoutId id="2147483666" r:id="rId5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3200" b="1" i="0" u="none" strike="noStrike" cap="all" baseline="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642">
          <p15:clr>
            <a:srgbClr val="F26B43"/>
          </p15:clr>
        </p15:guide>
        <p15:guide id="2" orient="horz" pos="4201">
          <p15:clr>
            <a:srgbClr val="F26B43"/>
          </p15:clr>
        </p15:guide>
        <p15:guide id="3" pos="72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Errate die Zahl</a:t>
            </a:r>
          </a:p>
        </p:txBody>
      </p:sp>
      <p:sp>
        <p:nvSpPr>
          <p:cNvPr id="4" name="Rectangle 3"/>
          <p:cNvSpPr/>
          <p:nvPr/>
        </p:nvSpPr>
        <p:spPr>
          <a:xfrm>
            <a:off x="704088" y="118872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1</a:t>
            </a:r>
          </a:p>
        </p:txBody>
      </p:sp>
      <p:sp>
        <p:nvSpPr>
          <p:cNvPr id="5" name="Rectangle 4"/>
          <p:cNvSpPr/>
          <p:nvPr/>
        </p:nvSpPr>
        <p:spPr>
          <a:xfrm>
            <a:off x="1828800" y="118872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Administrationskonten sollten durch Mehr-Faktor-Authentisierung geschützt werden, da sie ein besonders hohes Schadenspotenzial besitzen und bevorzugtes Angriffsziel darstellen.</a:t>
            </a:r>
          </a:p>
        </p:txBody>
      </p:sp>
      <p:sp>
        <p:nvSpPr>
          <p:cNvPr id="6" name="Rectangle 5"/>
          <p:cNvSpPr/>
          <p:nvPr/>
        </p:nvSpPr>
        <p:spPr>
          <a:xfrm>
            <a:off x="704088" y="268224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2</a:t>
            </a:r>
          </a:p>
        </p:txBody>
      </p:sp>
      <p:sp>
        <p:nvSpPr>
          <p:cNvPr id="7" name="Rectangle 6"/>
          <p:cNvSpPr/>
          <p:nvPr/>
        </p:nvSpPr>
        <p:spPr>
          <a:xfrm>
            <a:off x="1828800" y="268224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Erstellen Sie eine Cloud-Nutzungsstrategie (A1), eine Sicherheitsrichtlinie (A2), Service-Definitionen (A3) und legen Sie Verantwortungsbereiche sowie Schnittstellen fest (A4). Diese vier Basis-Anforderungen müssen vorrangig erfüllt werden.</a:t>
            </a:r>
          </a:p>
        </p:txBody>
      </p:sp>
      <p:sp>
        <p:nvSpPr>
          <p:cNvPr id="8" name="Rectangle 7"/>
          <p:cNvSpPr/>
          <p:nvPr/>
        </p:nvSpPr>
        <p:spPr>
          <a:xfrm>
            <a:off x="704088" y="417576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3</a:t>
            </a:r>
          </a:p>
        </p:txBody>
      </p:sp>
      <p:sp>
        <p:nvSpPr>
          <p:cNvPr id="9" name="Rectangle 8"/>
          <p:cNvSpPr/>
          <p:nvPr/>
        </p:nvSpPr>
        <p:spPr>
          <a:xfrm>
            <a:off x="1828800" y="417576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Bei personellen Veränderungen müssen nicht mehr benötigte Benutzendenkennungen und Berechtigungen unverzüglich entfernt werden, um unberechtigte Zugriffe ehemaliger oder versetzter Mitarbeitender zu vermeiden. Es dürfen Berechtigungen nur hinsichtlich des tatsächlichen Bedarfs zur Aufgabenerfüllung vergeben werden.</a:t>
            </a:r>
          </a:p>
        </p:txBody>
      </p:sp>
      <p:sp>
        <p:nvSpPr>
          <p:cNvPr id="10" name="Rectangle 9"/>
          <p:cNvSpPr/>
          <p:nvPr/>
        </p:nvSpPr>
        <p:spPr>
          <a:xfrm>
            <a:off x="7863840" y="5806440"/>
            <a:ext cx="3657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r"/>
            <a:r>
              <a:rPr sz="1400" b="1">
                <a:solidFill>
                  <a:srgbClr val="B1063A"/>
                </a:solidFill>
              </a:rPr>
              <a:t>Mentimeter-Code: 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Was ist eine Aussage?</a:t>
            </a:r>
          </a:p>
        </p:txBody>
      </p:sp>
      <p:sp>
        <p:nvSpPr>
          <p:cNvPr id="4" name="Rectangle 3"/>
          <p:cNvSpPr/>
          <p:nvPr/>
        </p:nvSpPr>
        <p:spPr>
          <a:xfrm>
            <a:off x="704088"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Alltag (Wörterbuch)</a:t>
            </a:r>
          </a:p>
        </p:txBody>
      </p:sp>
      <p:sp>
        <p:nvSpPr>
          <p:cNvPr id="5" name="Rectangle 4"/>
          <p:cNvSpPr/>
          <p:nvPr/>
        </p:nvSpPr>
        <p:spPr>
          <a:xfrm>
            <a:off x="704088"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Eine Aussage ist ein Satz, der etwas feststellt.</a:t>
            </a:r>
          </a:p>
        </p:txBody>
      </p:sp>
      <p:sp>
        <p:nvSpPr>
          <p:cNvPr id="6" name="Rectangle 5"/>
          <p:cNvSpPr/>
          <p:nvPr/>
        </p:nvSpPr>
        <p:spPr>
          <a:xfrm>
            <a:off x="704088"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Danach ist der Beispielsatz eine Aussage. Man kann auch zwei zählen: Hauptsatz und Nebensatz sind zwei Sätze.</a:t>
            </a:r>
          </a:p>
        </p:txBody>
      </p:sp>
      <p:sp>
        <p:nvSpPr>
          <p:cNvPr id="7" name="Rectangle 6"/>
          <p:cNvSpPr/>
          <p:nvPr/>
        </p:nvSpPr>
        <p:spPr>
          <a:xfrm>
            <a:off x="4407408"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Logik</a:t>
            </a:r>
          </a:p>
        </p:txBody>
      </p:sp>
      <p:sp>
        <p:nvSpPr>
          <p:cNvPr id="8" name="Rectangle 7"/>
          <p:cNvSpPr/>
          <p:nvPr/>
        </p:nvSpPr>
        <p:spPr>
          <a:xfrm>
            <a:off x="4407408"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Eine Aussage ist etwas, das für sich allein wahr oder falsch sein kann.</a:t>
            </a:r>
          </a:p>
        </p:txBody>
      </p:sp>
      <p:sp>
        <p:nvSpPr>
          <p:cNvPr id="9" name="Rectangle 8"/>
          <p:cNvSpPr/>
          <p:nvPr/>
        </p:nvSpPr>
        <p:spPr>
          <a:xfrm>
            <a:off x="4407408"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"A, weil B und C" sind drei Aussagen: A, B, C, und außerdem die Behauptung, dass B und C der Grund für A sind. Danach hat der Beispielsatz drei bis vier Aussagen.</a:t>
            </a:r>
          </a:p>
        </p:txBody>
      </p:sp>
      <p:sp>
        <p:nvSpPr>
          <p:cNvPr id="10" name="Rectangle 9"/>
          <p:cNvSpPr/>
          <p:nvPr/>
        </p:nvSpPr>
        <p:spPr>
          <a:xfrm>
            <a:off x="8110727"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NLP-Forschung (FActScore)</a:t>
            </a:r>
          </a:p>
        </p:txBody>
      </p:sp>
      <p:sp>
        <p:nvSpPr>
          <p:cNvPr id="11" name="Rectangle 10"/>
          <p:cNvSpPr/>
          <p:nvPr/>
        </p:nvSpPr>
        <p:spPr>
          <a:xfrm>
            <a:off x="8110727"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Eine Aussage ist die kleinste Einheit, die eine Information trägt und sich gegen eine Quelle prüfen lässt.</a:t>
            </a:r>
          </a:p>
        </p:txBody>
      </p:sp>
      <p:sp>
        <p:nvSpPr>
          <p:cNvPr id="12" name="Rectangle 11"/>
          <p:cNvSpPr/>
          <p:nvPr/>
        </p:nvSpPr>
        <p:spPr>
          <a:xfrm>
            <a:off x="8110727"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Jedes Element einer Aufzählung zählt. Danach hat der Beispielsatz drei Aussagen.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Arbeitsdefinition</a:t>
            </a:r>
          </a:p>
        </p:txBody>
      </p:sp>
      <p:sp>
        <p:nvSpPr>
          <p:cNvPr id="4" name="Rectangle 3"/>
          <p:cNvSpPr/>
          <p:nvPr/>
        </p:nvSpPr>
        <p:spPr>
          <a:xfrm>
            <a:off x="704088" y="1371600"/>
            <a:ext cx="10789920" cy="1188720"/>
          </a:xfrm>
          <a:prstGeom prst="rect">
            <a:avLst/>
          </a:prstGeom>
          <a:solidFill>
            <a:srgbClr val="FDE9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2200" b="0">
                <a:solidFill>
                  <a:srgbClr val="212427"/>
                </a:solidFill>
              </a:rPr>
              <a:t>Eine Aussage ist der kleinste Teil der Referenzantwort, der sich für sich allein gegen das Kompendium prüfen lässt.</a:t>
            </a:r>
          </a:p>
        </p:txBody>
      </p:sp>
      <p:sp>
        <p:nvSpPr>
          <p:cNvPr id="5" name="Rectangle 4"/>
          <p:cNvSpPr/>
          <p:nvPr/>
        </p:nvSpPr>
        <p:spPr>
          <a:xfrm>
            <a:off x="704088" y="292608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1</a:t>
            </a:r>
          </a:p>
        </p:txBody>
      </p:sp>
      <p:sp>
        <p:nvSpPr>
          <p:cNvPr id="6" name="Rectangle 5"/>
          <p:cNvSpPr/>
          <p:nvPr/>
        </p:nvSpPr>
        <p:spPr>
          <a:xfrm>
            <a:off x="1188720" y="292608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Jedes Element einer Aufzählung ist eine eigene Aussage.</a:t>
            </a:r>
          </a:p>
        </p:txBody>
      </p:sp>
      <p:sp>
        <p:nvSpPr>
          <p:cNvPr id="7" name="Rectangle 6"/>
          <p:cNvSpPr/>
          <p:nvPr/>
        </p:nvSpPr>
        <p:spPr>
          <a:xfrm>
            <a:off x="704088" y="365760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2</a:t>
            </a:r>
          </a:p>
        </p:txBody>
      </p:sp>
      <p:sp>
        <p:nvSpPr>
          <p:cNvPr id="8" name="Rectangle 7"/>
          <p:cNvSpPr/>
          <p:nvPr/>
        </p:nvSpPr>
        <p:spPr>
          <a:xfrm>
            <a:off x="1188720" y="365760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Jede Begründung (weil, da) und jeder Zweck (um zu) ist eine eigene Aussage.</a:t>
            </a:r>
          </a:p>
        </p:txBody>
      </p:sp>
      <p:sp>
        <p:nvSpPr>
          <p:cNvPr id="9" name="Rectangle 8"/>
          <p:cNvSpPr/>
          <p:nvPr/>
        </p:nvSpPr>
        <p:spPr>
          <a:xfrm>
            <a:off x="704088" y="438912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3</a:t>
            </a:r>
          </a:p>
        </p:txBody>
      </p:sp>
      <p:sp>
        <p:nvSpPr>
          <p:cNvPr id="10" name="Rectangle 9"/>
          <p:cNvSpPr/>
          <p:nvPr/>
        </p:nvSpPr>
        <p:spPr>
          <a:xfrm>
            <a:off x="1188720" y="438912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Wiederholungen und Füllwörter zählen nicht.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Beispiel 1: Wie viele Aussagen?</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Administrationskonten sollten durch Mehr-Faktor-Authentisierung geschützt werden, da sie ein besonders hohes Schadenspotenzial besitzen und bevorzugtes Angriffsziel darstellen.</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Alltag</a:t>
            </a:r>
          </a:p>
        </p:txBody>
      </p:sp>
      <p:sp>
        <p:nvSpPr>
          <p:cNvPr id="6" name="Rectangle 5"/>
          <p:cNvSpPr/>
          <p:nvPr/>
        </p:nvSpPr>
        <p:spPr>
          <a:xfrm>
            <a:off x="2514600" y="2441448"/>
            <a:ext cx="7680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Administrationskonten sollten durch MFA geschützt werden, da sie ein hohes Schadenspotenzial besitzen und bevorzugtes Angriffsziel darstellen.</a:t>
            </a:r>
          </a:p>
        </p:txBody>
      </p:sp>
      <p:sp>
        <p:nvSpPr>
          <p:cNvPr id="7" name="Rectangle 6"/>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1 (oder 2)</a:t>
            </a:r>
          </a:p>
        </p:txBody>
      </p:sp>
      <p:sp>
        <p:nvSpPr>
          <p:cNvPr id="8" name="Rectangle 7"/>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Logik</a:t>
            </a:r>
          </a:p>
        </p:txBody>
      </p:sp>
      <p:sp>
        <p:nvSpPr>
          <p:cNvPr id="9" name="Rectangle 8"/>
          <p:cNvSpPr/>
          <p:nvPr/>
        </p:nvSpPr>
        <p:spPr>
          <a:xfrm>
            <a:off x="25146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Adminkonten sollten durch MFA geschützt werden</a:t>
            </a:r>
          </a:p>
        </p:txBody>
      </p:sp>
      <p:sp>
        <p:nvSpPr>
          <p:cNvPr id="10" name="Rectangle 9"/>
          <p:cNvSpPr/>
          <p:nvPr/>
        </p:nvSpPr>
        <p:spPr>
          <a:xfrm>
            <a:off x="44577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sie besitzen ein hohes Schadenspotenzial</a:t>
            </a:r>
          </a:p>
        </p:txBody>
      </p:sp>
      <p:sp>
        <p:nvSpPr>
          <p:cNvPr id="11" name="Rectangle 10"/>
          <p:cNvSpPr/>
          <p:nvPr/>
        </p:nvSpPr>
        <p:spPr>
          <a:xfrm>
            <a:off x="64008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sie sind bevorzugtes Angriffsziel</a:t>
            </a:r>
          </a:p>
        </p:txBody>
      </p:sp>
      <p:sp>
        <p:nvSpPr>
          <p:cNvPr id="12" name="Rectangle 11"/>
          <p:cNvSpPr/>
          <p:nvPr/>
        </p:nvSpPr>
        <p:spPr>
          <a:xfrm>
            <a:off x="83439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weil: das ist der Grund</a:t>
            </a:r>
          </a:p>
        </p:txBody>
      </p:sp>
      <p:sp>
        <p:nvSpPr>
          <p:cNvPr id="13" name="Rectangle 12"/>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3 bis 4</a:t>
            </a:r>
          </a:p>
        </p:txBody>
      </p:sp>
      <p:sp>
        <p:nvSpPr>
          <p:cNvPr id="14" name="Rectangle 13"/>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Arbeitsdefinition</a:t>
            </a:r>
          </a:p>
        </p:txBody>
      </p:sp>
      <p:sp>
        <p:nvSpPr>
          <p:cNvPr id="15" name="Rectangle 14"/>
          <p:cNvSpPr/>
          <p:nvPr/>
        </p:nvSpPr>
        <p:spPr>
          <a:xfrm>
            <a:off x="25146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Adminkonten sollten durch MFA geschützt werden</a:t>
            </a:r>
          </a:p>
        </p:txBody>
      </p:sp>
      <p:sp>
        <p:nvSpPr>
          <p:cNvPr id="16" name="Rectangle 15"/>
          <p:cNvSpPr/>
          <p:nvPr/>
        </p:nvSpPr>
        <p:spPr>
          <a:xfrm>
            <a:off x="51054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Grund: hohes Schadenspotenzial</a:t>
            </a:r>
          </a:p>
        </p:txBody>
      </p:sp>
      <p:sp>
        <p:nvSpPr>
          <p:cNvPr id="17" name="Rectangle 16"/>
          <p:cNvSpPr/>
          <p:nvPr/>
        </p:nvSpPr>
        <p:spPr>
          <a:xfrm>
            <a:off x="76962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Grund: bevorzugtes Angriffsziel</a:t>
            </a:r>
          </a:p>
        </p:txBody>
      </p:sp>
      <p:sp>
        <p:nvSpPr>
          <p:cNvPr id="18" name="Rectangle 17"/>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Beispiel 2: Wie viele Aussagen?</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Erstellen Sie eine Cloud-Nutzungsstrategie (A1), eine Sicherheitsrichtlinie (A2), Service-Definitionen (A3) und legen Sie Verantwortungsbereiche sowie Schnittstellen fest (A4). Diese vier Basis-Anforderungen müssen vorrangig erfüllt werden.</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Alltag</a:t>
            </a:r>
          </a:p>
        </p:txBody>
      </p:sp>
      <p:sp>
        <p:nvSpPr>
          <p:cNvPr id="6" name="Rectangle 5"/>
          <p:cNvSpPr/>
          <p:nvPr/>
        </p:nvSpPr>
        <p:spPr>
          <a:xfrm>
            <a:off x="25146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Erstellen Sie ... (A4).</a:t>
            </a:r>
          </a:p>
        </p:txBody>
      </p:sp>
      <p:sp>
        <p:nvSpPr>
          <p:cNvPr id="7" name="Rectangle 6"/>
          <p:cNvSpPr/>
          <p:nvPr/>
        </p:nvSpPr>
        <p:spPr>
          <a:xfrm>
            <a:off x="64008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Diese vier Basis-Anforderungen müssen vorrangig erfüllt werden.</a:t>
            </a:r>
          </a:p>
        </p:txBody>
      </p:sp>
      <p:sp>
        <p:nvSpPr>
          <p:cNvPr id="8" name="Rectangle 7"/>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2</a:t>
            </a:r>
          </a:p>
        </p:txBody>
      </p:sp>
      <p:sp>
        <p:nvSpPr>
          <p:cNvPr id="9" name="Rectangle 8"/>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Logik</a:t>
            </a:r>
          </a:p>
        </p:txBody>
      </p:sp>
      <p:sp>
        <p:nvSpPr>
          <p:cNvPr id="10" name="Rectangle 9"/>
          <p:cNvSpPr/>
          <p:nvPr/>
        </p:nvSpPr>
        <p:spPr>
          <a:xfrm>
            <a:off x="25146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Strategie (A1)</a:t>
            </a:r>
          </a:p>
        </p:txBody>
      </p:sp>
      <p:sp>
        <p:nvSpPr>
          <p:cNvPr id="11" name="Rectangle 10"/>
          <p:cNvSpPr/>
          <p:nvPr/>
        </p:nvSpPr>
        <p:spPr>
          <a:xfrm>
            <a:off x="38100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Richtlinie (A2)</a:t>
            </a:r>
          </a:p>
        </p:txBody>
      </p:sp>
      <p:sp>
        <p:nvSpPr>
          <p:cNvPr id="12" name="Rectangle 11"/>
          <p:cNvSpPr/>
          <p:nvPr/>
        </p:nvSpPr>
        <p:spPr>
          <a:xfrm>
            <a:off x="51054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Service-Definitionen (A3)</a:t>
            </a:r>
          </a:p>
        </p:txBody>
      </p:sp>
      <p:sp>
        <p:nvSpPr>
          <p:cNvPr id="13" name="Rectangle 12"/>
          <p:cNvSpPr/>
          <p:nvPr/>
        </p:nvSpPr>
        <p:spPr>
          <a:xfrm>
            <a:off x="64008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Zuständigkeiten (A4)</a:t>
            </a:r>
          </a:p>
        </p:txBody>
      </p:sp>
      <p:sp>
        <p:nvSpPr>
          <p:cNvPr id="14" name="Rectangle 13"/>
          <p:cNvSpPr/>
          <p:nvPr/>
        </p:nvSpPr>
        <p:spPr>
          <a:xfrm>
            <a:off x="76962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vorrangig erfüllen</a:t>
            </a:r>
          </a:p>
        </p:txBody>
      </p:sp>
      <p:sp>
        <p:nvSpPr>
          <p:cNvPr id="15" name="Rectangle 14"/>
          <p:cNvSpPr/>
          <p:nvPr/>
        </p:nvSpPr>
        <p:spPr>
          <a:xfrm>
            <a:off x="89916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es sind vier</a:t>
            </a:r>
          </a:p>
        </p:txBody>
      </p:sp>
      <p:sp>
        <p:nvSpPr>
          <p:cNvPr id="16" name="Rectangle 15"/>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5 bis 6</a:t>
            </a:r>
          </a:p>
        </p:txBody>
      </p:sp>
      <p:sp>
        <p:nvSpPr>
          <p:cNvPr id="17" name="Rectangle 16"/>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Arbeitsdefinition</a:t>
            </a:r>
          </a:p>
        </p:txBody>
      </p:sp>
      <p:sp>
        <p:nvSpPr>
          <p:cNvPr id="18" name="Rectangle 17"/>
          <p:cNvSpPr/>
          <p:nvPr/>
        </p:nvSpPr>
        <p:spPr>
          <a:xfrm>
            <a:off x="251460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Strategie (A1)</a:t>
            </a:r>
          </a:p>
        </p:txBody>
      </p:sp>
      <p:sp>
        <p:nvSpPr>
          <p:cNvPr id="19" name="Rectangle 18"/>
          <p:cNvSpPr/>
          <p:nvPr/>
        </p:nvSpPr>
        <p:spPr>
          <a:xfrm>
            <a:off x="406908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Richtlinie (A2)</a:t>
            </a:r>
          </a:p>
        </p:txBody>
      </p:sp>
      <p:sp>
        <p:nvSpPr>
          <p:cNvPr id="20" name="Rectangle 19"/>
          <p:cNvSpPr/>
          <p:nvPr/>
        </p:nvSpPr>
        <p:spPr>
          <a:xfrm>
            <a:off x="562356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Service-Definitionen (A3)</a:t>
            </a:r>
          </a:p>
        </p:txBody>
      </p:sp>
      <p:sp>
        <p:nvSpPr>
          <p:cNvPr id="21" name="Rectangle 20"/>
          <p:cNvSpPr/>
          <p:nvPr/>
        </p:nvSpPr>
        <p:spPr>
          <a:xfrm>
            <a:off x="717804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Zuständigkeiten (A4)</a:t>
            </a:r>
          </a:p>
        </p:txBody>
      </p:sp>
      <p:sp>
        <p:nvSpPr>
          <p:cNvPr id="22" name="Rectangle 21"/>
          <p:cNvSpPr/>
          <p:nvPr/>
        </p:nvSpPr>
        <p:spPr>
          <a:xfrm>
            <a:off x="873252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vorrangig erfüllen</a:t>
            </a:r>
          </a:p>
        </p:txBody>
      </p:sp>
      <p:sp>
        <p:nvSpPr>
          <p:cNvPr id="23" name="Rectangle 22"/>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Beispiel 3: Wie viele Aussagen?</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Bei personellen Veränderungen müssen nicht mehr benötigte Benutzendenkennungen und Berechtigungen unverzüglich entfernt werden, um unberechtigte Zugriffe ehemaliger oder versetzter Mitarbeitender zu vermeiden. Es dürfen Berechtigungen nur hinsichtlich des tatsächlichen Bedarfs zur Aufgabenerfüllung vergeben werden.</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Alltag</a:t>
            </a:r>
          </a:p>
        </p:txBody>
      </p:sp>
      <p:sp>
        <p:nvSpPr>
          <p:cNvPr id="6" name="Rectangle 5"/>
          <p:cNvSpPr/>
          <p:nvPr/>
        </p:nvSpPr>
        <p:spPr>
          <a:xfrm>
            <a:off x="25146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Bei personellen Veränderungen ... zu vermeiden.</a:t>
            </a:r>
          </a:p>
        </p:txBody>
      </p:sp>
      <p:sp>
        <p:nvSpPr>
          <p:cNvPr id="7" name="Rectangle 6"/>
          <p:cNvSpPr/>
          <p:nvPr/>
        </p:nvSpPr>
        <p:spPr>
          <a:xfrm>
            <a:off x="64008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Es dürfen Berechtigungen nur ... vergeben werden.</a:t>
            </a:r>
          </a:p>
        </p:txBody>
      </p:sp>
      <p:sp>
        <p:nvSpPr>
          <p:cNvPr id="8" name="Rectangle 7"/>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2</a:t>
            </a:r>
          </a:p>
        </p:txBody>
      </p:sp>
      <p:sp>
        <p:nvSpPr>
          <p:cNvPr id="9" name="Rectangle 8"/>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Logik</a:t>
            </a:r>
          </a:p>
        </p:txBody>
      </p:sp>
      <p:sp>
        <p:nvSpPr>
          <p:cNvPr id="10" name="Rectangle 9"/>
          <p:cNvSpPr/>
          <p:nvPr/>
        </p:nvSpPr>
        <p:spPr>
          <a:xfrm>
            <a:off x="251460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Kennungen entfernen</a:t>
            </a:r>
          </a:p>
        </p:txBody>
      </p:sp>
      <p:sp>
        <p:nvSpPr>
          <p:cNvPr id="11" name="Rectangle 10"/>
          <p:cNvSpPr/>
          <p:nvPr/>
        </p:nvSpPr>
        <p:spPr>
          <a:xfrm>
            <a:off x="406908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Berechtigungen entfernen</a:t>
            </a:r>
          </a:p>
        </p:txBody>
      </p:sp>
      <p:sp>
        <p:nvSpPr>
          <p:cNvPr id="12" name="Rectangle 11"/>
          <p:cNvSpPr/>
          <p:nvPr/>
        </p:nvSpPr>
        <p:spPr>
          <a:xfrm>
            <a:off x="562356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unverzüglich</a:t>
            </a:r>
          </a:p>
        </p:txBody>
      </p:sp>
      <p:sp>
        <p:nvSpPr>
          <p:cNvPr id="13" name="Rectangle 12"/>
          <p:cNvSpPr/>
          <p:nvPr/>
        </p:nvSpPr>
        <p:spPr>
          <a:xfrm>
            <a:off x="717804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Zweck: unberechtigte Zugriffe vermeiden</a:t>
            </a:r>
          </a:p>
        </p:txBody>
      </p:sp>
      <p:sp>
        <p:nvSpPr>
          <p:cNvPr id="14" name="Rectangle 13"/>
          <p:cNvSpPr/>
          <p:nvPr/>
        </p:nvSpPr>
        <p:spPr>
          <a:xfrm>
            <a:off x="873252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Berechtigungen nur nach Bedarf</a:t>
            </a:r>
          </a:p>
        </p:txBody>
      </p:sp>
      <p:sp>
        <p:nvSpPr>
          <p:cNvPr id="15" name="Rectangle 14"/>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4 bis 5</a:t>
            </a:r>
          </a:p>
        </p:txBody>
      </p:sp>
      <p:sp>
        <p:nvSpPr>
          <p:cNvPr id="16" name="Rectangle 15"/>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Arbeitsdefinition</a:t>
            </a:r>
          </a:p>
        </p:txBody>
      </p:sp>
      <p:sp>
        <p:nvSpPr>
          <p:cNvPr id="17" name="Rectangle 16"/>
          <p:cNvSpPr/>
          <p:nvPr/>
        </p:nvSpPr>
        <p:spPr>
          <a:xfrm>
            <a:off x="25146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Kennungen und Berechtigungen entfernen</a:t>
            </a:r>
          </a:p>
        </p:txBody>
      </p:sp>
      <p:sp>
        <p:nvSpPr>
          <p:cNvPr id="18" name="Rectangle 17"/>
          <p:cNvSpPr/>
          <p:nvPr/>
        </p:nvSpPr>
        <p:spPr>
          <a:xfrm>
            <a:off x="44577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unverzüglich</a:t>
            </a:r>
          </a:p>
        </p:txBody>
      </p:sp>
      <p:sp>
        <p:nvSpPr>
          <p:cNvPr id="19" name="Rectangle 18"/>
          <p:cNvSpPr/>
          <p:nvPr/>
        </p:nvSpPr>
        <p:spPr>
          <a:xfrm>
            <a:off x="64008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Zweck: unberechtigte Zugriffe vermeiden</a:t>
            </a:r>
          </a:p>
        </p:txBody>
      </p:sp>
      <p:sp>
        <p:nvSpPr>
          <p:cNvPr id="20" name="Rectangle 19"/>
          <p:cNvSpPr/>
          <p:nvPr/>
        </p:nvSpPr>
        <p:spPr>
          <a:xfrm>
            <a:off x="83439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Berechtigungen nur nach Bedarf</a:t>
            </a:r>
          </a:p>
        </p:txBody>
      </p:sp>
      <p:sp>
        <p:nvSpPr>
          <p:cNvPr id="21" name="Rectangle 20"/>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Errate die Zahl, Runde 2</a:t>
            </a:r>
          </a:p>
        </p:txBody>
      </p:sp>
      <p:sp>
        <p:nvSpPr>
          <p:cNvPr id="4" name="Rectangle 3"/>
          <p:cNvSpPr/>
          <p:nvPr/>
        </p:nvSpPr>
        <p:spPr>
          <a:xfrm>
            <a:off x="704088" y="1188720"/>
            <a:ext cx="10789920" cy="868680"/>
          </a:xfrm>
          <a:prstGeom prst="rect">
            <a:avLst/>
          </a:prstGeom>
          <a:solidFill>
            <a:srgbClr val="FDE9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Eine Aussage ist der kleinste Teil der Referenzantwort, der sich für sich allein gegen das Kompendium prüfen lässt.</a:t>
            </a:r>
          </a:p>
        </p:txBody>
      </p:sp>
      <p:sp>
        <p:nvSpPr>
          <p:cNvPr id="5" name="Rectangle 4"/>
          <p:cNvSpPr/>
          <p:nvPr/>
        </p:nvSpPr>
        <p:spPr>
          <a:xfrm>
            <a:off x="704088" y="2240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1</a:t>
            </a:r>
          </a:p>
        </p:txBody>
      </p:sp>
      <p:sp>
        <p:nvSpPr>
          <p:cNvPr id="6" name="Rectangle 5"/>
          <p:cNvSpPr/>
          <p:nvPr/>
        </p:nvSpPr>
        <p:spPr>
          <a:xfrm>
            <a:off x="1828800" y="2240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Administrationskonten sollten durch Mehr-Faktor-Authentisierung geschützt werden, da sie ein besonders hohes Schadenspotenzial besitzen und bevorzugtes Angriffsziel darstellen.</a:t>
            </a:r>
          </a:p>
        </p:txBody>
      </p:sp>
      <p:sp>
        <p:nvSpPr>
          <p:cNvPr id="7" name="Rectangle 6"/>
          <p:cNvSpPr/>
          <p:nvPr/>
        </p:nvSpPr>
        <p:spPr>
          <a:xfrm>
            <a:off x="704088" y="3383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2</a:t>
            </a:r>
          </a:p>
        </p:txBody>
      </p:sp>
      <p:sp>
        <p:nvSpPr>
          <p:cNvPr id="8" name="Rectangle 7"/>
          <p:cNvSpPr/>
          <p:nvPr/>
        </p:nvSpPr>
        <p:spPr>
          <a:xfrm>
            <a:off x="1828800" y="3383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Erstellen Sie eine Cloud-Nutzungsstrategie (A1), eine Sicherheitsrichtlinie (A2), Service-Definitionen (A3) und legen Sie Verantwortungsbereiche sowie Schnittstellen fest (A4). Diese vier Basis-Anforderungen müssen vorrangig erfüllt werden.</a:t>
            </a:r>
          </a:p>
        </p:txBody>
      </p:sp>
      <p:sp>
        <p:nvSpPr>
          <p:cNvPr id="9" name="Rectangle 8"/>
          <p:cNvSpPr/>
          <p:nvPr/>
        </p:nvSpPr>
        <p:spPr>
          <a:xfrm>
            <a:off x="704088" y="4526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3</a:t>
            </a:r>
          </a:p>
        </p:txBody>
      </p:sp>
      <p:sp>
        <p:nvSpPr>
          <p:cNvPr id="10" name="Rectangle 9"/>
          <p:cNvSpPr/>
          <p:nvPr/>
        </p:nvSpPr>
        <p:spPr>
          <a:xfrm>
            <a:off x="1828800" y="4526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Bei personellen Veränderungen müssen nicht mehr benötigte Benutzendenkennungen und Berechtigungen unverzüglich entfernt werden, um unberechtigte Zugriffe ehemaliger oder versetzter Mitarbeitender zu vermeiden. Es dürfen Berechtigungen nur hinsichtlich des tatsächlichen Bedarfs zur Aufgabenerfüllung vergeben werden.</a:t>
            </a:r>
          </a:p>
        </p:txBody>
      </p:sp>
      <p:sp>
        <p:nvSpPr>
          <p:cNvPr id="11" name="Rectangle 10"/>
          <p:cNvSpPr/>
          <p:nvPr/>
        </p:nvSpPr>
        <p:spPr>
          <a:xfrm>
            <a:off x="7863840" y="5806440"/>
            <a:ext cx="3657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r"/>
            <a:r>
              <a:rPr sz="1400" b="1">
                <a:solidFill>
                  <a:srgbClr val="B1063A"/>
                </a:solidFill>
              </a:rPr>
              <a:t>Mentimeter-Code: ____</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Was RAGAS dem Richter sagt</a:t>
            </a:r>
          </a:p>
        </p:txBody>
      </p:sp>
      <p:sp>
        <p:nvSpPr>
          <p:cNvPr id="4" name="Rectangle 3"/>
          <p:cNvSpPr/>
          <p:nvPr/>
        </p:nvSpPr>
        <p:spPr>
          <a:xfrm>
            <a:off x="704088" y="1188720"/>
            <a:ext cx="10789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0">
                <a:solidFill>
                  <a:srgbClr val="5A6065"/>
                </a:solidFill>
              </a:rPr>
              <a:t>Die Anweisung an den Richter, wörtlich:</a:t>
            </a:r>
          </a:p>
        </p:txBody>
      </p:sp>
      <p:sp>
        <p:nvSpPr>
          <p:cNvPr id="5" name="Rectangle 4"/>
          <p:cNvSpPr/>
          <p:nvPr/>
        </p:nvSpPr>
        <p:spPr>
          <a:xfrm>
            <a:off x="704088" y="1600200"/>
            <a:ext cx="10789920" cy="91440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Given a context, and an answer, analyze each statement in the answer and classify if the statement can be attributed to the given context or not.</a:t>
            </a:r>
          </a:p>
        </p:txBody>
      </p:sp>
      <p:sp>
        <p:nvSpPr>
          <p:cNvPr id="6" name="Rectangle 5"/>
          <p:cNvSpPr/>
          <p:nvPr/>
        </p:nvSpPr>
        <p:spPr>
          <a:xfrm>
            <a:off x="704088" y="2651760"/>
            <a:ext cx="10789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Keine Definition. Der Richter entscheidet selbst, was eine Aussage ist.</a:t>
            </a:r>
          </a:p>
        </p:txBody>
      </p:sp>
      <p:sp>
        <p:nvSpPr>
          <p:cNvPr id="7" name="Rectangle 6"/>
          <p:cNvSpPr/>
          <p:nvPr/>
        </p:nvSpPr>
        <p:spPr>
          <a:xfrm>
            <a:off x="704088" y="3200400"/>
            <a:ext cx="10789920" cy="8229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300" b="0">
                <a:solidFill>
                  <a:srgbClr val="5A6065"/>
                </a:solidFill>
              </a:rPr>
              <a:t>Unternehmen können sich für Pilotprojekte bewerben und erhalten 2-3 Tage pro Woche aktive Projektbegleitung, um gemeinsam einen Prototypen zu entwickeln. Dabei können sie auch die Recheninfrastruktur nutzen.</a:t>
            </a:r>
          </a:p>
        </p:txBody>
      </p:sp>
      <p:sp>
        <p:nvSpPr>
          <p:cNvPr id="8" name="Rectangle 7"/>
          <p:cNvSpPr/>
          <p:nvPr/>
        </p:nvSpPr>
        <p:spPr>
          <a:xfrm>
            <a:off x="704088" y="4023360"/>
            <a:ext cx="530352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gpt-oss-120b</a:t>
            </a:r>
          </a:p>
        </p:txBody>
      </p:sp>
      <p:sp>
        <p:nvSpPr>
          <p:cNvPr id="9" name="Rectangle 8"/>
          <p:cNvSpPr/>
          <p:nvPr/>
        </p:nvSpPr>
        <p:spPr>
          <a:xfrm>
            <a:off x="704088" y="4434840"/>
            <a:ext cx="530352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2800" b="1">
                <a:solidFill>
                  <a:srgbClr val="212427"/>
                </a:solidFill>
              </a:rPr>
              <a:t>2 Aussagen</a:t>
            </a:r>
          </a:p>
        </p:txBody>
      </p:sp>
      <p:sp>
        <p:nvSpPr>
          <p:cNvPr id="10" name="Rectangle 9"/>
          <p:cNvSpPr/>
          <p:nvPr/>
        </p:nvSpPr>
        <p:spPr>
          <a:xfrm>
            <a:off x="704088" y="498348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zerlegt meist je Satz</a:t>
            </a:r>
          </a:p>
        </p:txBody>
      </p:sp>
      <p:sp>
        <p:nvSpPr>
          <p:cNvPr id="11" name="Rectangle 10"/>
          <p:cNvSpPr/>
          <p:nvPr/>
        </p:nvSpPr>
        <p:spPr>
          <a:xfrm>
            <a:off x="6190488" y="4023360"/>
            <a:ext cx="530352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llama-3-3-70b</a:t>
            </a:r>
          </a:p>
        </p:txBody>
      </p:sp>
      <p:sp>
        <p:nvSpPr>
          <p:cNvPr id="12" name="Rectangle 11"/>
          <p:cNvSpPr/>
          <p:nvPr/>
        </p:nvSpPr>
        <p:spPr>
          <a:xfrm>
            <a:off x="6190488" y="4434840"/>
            <a:ext cx="530352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2800" b="1">
                <a:solidFill>
                  <a:srgbClr val="212427"/>
                </a:solidFill>
              </a:rPr>
              <a:t>4 Aussagen</a:t>
            </a:r>
          </a:p>
        </p:txBody>
      </p:sp>
      <p:sp>
        <p:nvSpPr>
          <p:cNvPr id="13" name="Rectangle 12"/>
          <p:cNvSpPr/>
          <p:nvPr/>
        </p:nvSpPr>
        <p:spPr>
          <a:xfrm>
            <a:off x="6190488" y="498348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zerlegt feiner</a:t>
            </a:r>
          </a:p>
        </p:txBody>
      </p:sp>
      <p:sp>
        <p:nvSpPr>
          <p:cNvPr id="14" name="Rectangle 13"/>
          <p:cNvSpPr/>
          <p:nvPr/>
        </p:nvSpPr>
        <p:spPr>
          <a:xfrm>
            <a:off x="704088" y="5349240"/>
            <a:ext cx="10789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200" b="0">
                <a:solidFill>
                  <a:srgbClr val="5A6065"/>
                </a:solidFill>
              </a:rPr>
              <a:t>Dieselbe Referenzantwort aus Notebook 2, Abschnitt E b. Der Nenner von Context Recall hängt davon ab, wer zerlegt.</a:t>
            </a:r>
          </a:p>
        </p:txBody>
      </p:sp>
    </p:spTree>
  </p:cSld>
  <p:clrMapOvr>
    <a:masterClrMapping/>
  </p:clrMapOvr>
</p:sld>
</file>

<file path=ppt/theme/theme1.xml><?xml version="1.0" encoding="utf-8"?>
<a:theme xmlns:a="http://schemas.openxmlformats.org/drawingml/2006/main" name="HPI">
  <a:themeElements>
    <a:clrScheme name="Benutzerdefiniert 3">
      <a:dk1>
        <a:srgbClr val="5A6065"/>
      </a:dk1>
      <a:lt1>
        <a:srgbClr val="FFFFFF"/>
      </a:lt1>
      <a:dk2>
        <a:srgbClr val="5A6065"/>
      </a:dk2>
      <a:lt2>
        <a:srgbClr val="FFFFFF"/>
      </a:lt2>
      <a:accent1>
        <a:srgbClr val="B1063A"/>
      </a:accent1>
      <a:accent2>
        <a:srgbClr val="DD6108"/>
      </a:accent2>
      <a:accent3>
        <a:srgbClr val="F6A800"/>
      </a:accent3>
      <a:accent4>
        <a:srgbClr val="007A9E"/>
      </a:accent4>
      <a:accent5>
        <a:srgbClr val="18E979"/>
      </a:accent5>
      <a:accent6>
        <a:srgbClr val="8B9094"/>
      </a:accent6>
      <a:hlink>
        <a:srgbClr val="F6A800"/>
      </a:hlink>
      <a:folHlink>
        <a:srgbClr val="DD6108"/>
      </a:folHlink>
    </a:clrScheme>
    <a:fontScheme name="AISC">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Words>
  <Application>Microsoft Office PowerPoint</Application>
  <PresentationFormat>Breitbild</PresentationFormat>
  <Paragraphs>5</Paragraphs>
  <Slides>8</Slides>
  <Notes>2</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vt:i4>
      </vt:variant>
    </vt:vector>
  </HeadingPairs>
  <TitlesOfParts>
    <vt:vector size="12" baseType="lpstr">
      <vt:lpstr>Arial</vt:lpstr>
      <vt:lpstr>Calibri</vt:lpstr>
      <vt:lpstr>Verdana</vt:lpstr>
      <vt:lpstr>HPI</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Kohlmeyer, Lasse</dc:creator>
  <cp:lastModifiedBy>Kohlmeyer, Lasse</cp:lastModifiedBy>
  <cp:revision>21</cp:revision>
  <dcterms:modified xsi:type="dcterms:W3CDTF">2026-08-20T14:19:48Z</dcterms:modified>
</cp:coreProperties>
</file>