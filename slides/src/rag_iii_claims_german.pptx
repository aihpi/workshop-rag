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7" r:id="rId1"/>
  </p:sldMasterIdLst>
  <p:notesMasterIdLst>
    <p:notesMasterId r:id="rId10"/>
  </p:notesMasterIdLst>
  <p:handoutMasterIdLst>
    <p:handoutMasterId r:id="rId11"/>
  </p:handoutMasterIdLst>
  <p:sldIdLst>
    <p:sldId id="256" r:id="rId8"/>
    <p:sldId id="257" r:id="rId9"/>
    <p:sldId id="258" r:id="rId7"/>
    <p:sldId id="259" r:id="rId6"/>
    <p:sldId id="260" r:id="rId5"/>
    <p:sldId id="261" r:id="rId4"/>
    <p:sldId id="262" r:id="rId3"/>
    <p:sldId id="263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C580"/>
    <a:srgbClr val="007A9E"/>
    <a:srgbClr val="B1063A"/>
    <a:srgbClr val="F6A800"/>
    <a:srgbClr val="18E797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65"/>
  </p:normalViewPr>
  <p:slideViewPr>
    <p:cSldViewPr snapToGrid="0">
      <p:cViewPr varScale="1">
        <p:scale>
          <a:sx n="108" d="100"/>
          <a:sy n="108" d="100"/>
        </p:scale>
        <p:origin x="62" y="1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4164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EC12233-42E3-BCF6-904D-3837B15E21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BC0507-4319-6E48-86C4-FB29BF2958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22D8D-A38A-4E73-8A50-D9155A9F6B37}" type="datetimeFigureOut">
              <a:rPr lang="de-DE" smtClean="0"/>
              <a:t>20.08.2026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421255-D7CA-62E5-D227-9FADC5710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7726FB-131F-52B1-56D6-4DB1DF2D31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FDBFB-1AF6-40BB-B54E-A579A4352E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99894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microsoft.com/office/2007/relationships/hdphoto" Target="../media/hdphoto1.wdp"/><Relationship Id="rId6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microsoft.com/office/2007/relationships/hdphoto" Target="../media/hdphoto2.wdp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microsoft.com/office/2007/relationships/hdphoto" Target="../media/hdphoto3.wdp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1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bg2">
                    <a:lumMod val="50000"/>
                  </a:schemeClr>
                </a:solidFill>
              </a:defRPr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593831" y="3624398"/>
            <a:ext cx="7516383" cy="34838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4186443" y="6416504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5340107" y="6416504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E81DAFF2-0889-E0F9-8F38-135A72BA98B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26263" y="453524"/>
            <a:ext cx="1705178" cy="603083"/>
          </a:xfrm>
          <a:prstGeom prst="rect">
            <a:avLst/>
          </a:prstGeom>
        </p:spPr>
      </p:pic>
      <p:pic>
        <p:nvPicPr>
          <p:cNvPr id="8" name="Grafik 7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9ACFAC27-EC97-9C9F-2A5C-709764FCE5C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998127" y="1208272"/>
            <a:ext cx="1705179" cy="11381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elb">
    <p:bg>
      <p:bgPr>
        <a:solidFill>
          <a:srgbClr val="007A9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4" name="Google Shape;134;p15">
            <a:extLst>
              <a:ext uri="{FF2B5EF4-FFF2-40B4-BE49-F238E27FC236}">
                <a16:creationId xmlns:a16="http://schemas.microsoft.com/office/drawing/2014/main" id="{CC4BE7D5-1352-5B00-5621-A958D5BE4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513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orange">
    <p:bg>
      <p:bgPr>
        <a:solidFill>
          <a:srgbClr val="18E797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7" name="Google Shape;40;p4">
            <a:extLst>
              <a:ext uri="{FF2B5EF4-FFF2-40B4-BE49-F238E27FC236}">
                <a16:creationId xmlns:a16="http://schemas.microsoft.com/office/drawing/2014/main" id="{96834F11-6396-8BB9-7520-9DD3ADB01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B4267D76-D5BA-6845-E3AB-2F4598ADC1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599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rot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7" name="Google Shape;40;p4">
            <a:extLst>
              <a:ext uri="{FF2B5EF4-FFF2-40B4-BE49-F238E27FC236}">
                <a16:creationId xmlns:a16="http://schemas.microsoft.com/office/drawing/2014/main" id="{8781CD25-6811-018E-09CF-0BE31A58DC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7B9C4789-6EA7-5996-483E-221604B7C1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852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rün">
    <p:bg>
      <p:bgPr>
        <a:solidFill>
          <a:schemeClr val="accent6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7" name="Google Shape;40;p4">
            <a:extLst>
              <a:ext uri="{FF2B5EF4-FFF2-40B4-BE49-F238E27FC236}">
                <a16:creationId xmlns:a16="http://schemas.microsoft.com/office/drawing/2014/main" id="{C43F7E7C-F701-8F61-B3B5-08D0160403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139C02A8-790F-AD34-F688-7E80509028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493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rgbClr val="F6A800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7" name="Google Shape;40;p4">
            <a:extLst>
              <a:ext uri="{FF2B5EF4-FFF2-40B4-BE49-F238E27FC236}">
                <a16:creationId xmlns:a16="http://schemas.microsoft.com/office/drawing/2014/main" id="{C43F7E7C-F701-8F61-B3B5-08D0160403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B41CB449-ECAF-3764-43B6-A41BDE7EE5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014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accen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7" name="Google Shape;40;p4">
            <a:extLst>
              <a:ext uri="{FF2B5EF4-FFF2-40B4-BE49-F238E27FC236}">
                <a16:creationId xmlns:a16="http://schemas.microsoft.com/office/drawing/2014/main" id="{C43F7E7C-F701-8F61-B3B5-08D0160403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B41CB449-ECAF-3764-43B6-A41BDE7EE5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052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blau">
    <p:bg>
      <p:bgPr>
        <a:solidFill>
          <a:srgbClr val="B1063A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569934" y="0"/>
            <a:ext cx="116220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7" name="Google Shape;40;p4">
            <a:extLst>
              <a:ext uri="{FF2B5EF4-FFF2-40B4-BE49-F238E27FC236}">
                <a16:creationId xmlns:a16="http://schemas.microsoft.com/office/drawing/2014/main" id="{5F1BB485-FCF5-2D04-AFE5-6D2EFEF92C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7EF65610-C453-6A30-68F2-BD813F03B1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6818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 preserve="1" userDrawn="1">
  <p:cSld name="Inhalt">
    <p:bg>
      <p:bgPr>
        <a:solidFill>
          <a:schemeClr val="bg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80A1D962-6EBE-42A3-9745-798764273018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E67989E-C41B-4A5E-A549-5592B33B1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7" name="Google Shape;139;p16">
            <a:extLst>
              <a:ext uri="{FF2B5EF4-FFF2-40B4-BE49-F238E27FC236}">
                <a16:creationId xmlns:a16="http://schemas.microsoft.com/office/drawing/2014/main" id="{23E18989-F6B4-6EF4-90C9-67F89F8042C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8" name="Google Shape;140;p16">
            <a:extLst>
              <a:ext uri="{FF2B5EF4-FFF2-40B4-BE49-F238E27FC236}">
                <a16:creationId xmlns:a16="http://schemas.microsoft.com/office/drawing/2014/main" id="{83E3C31D-BDFA-6851-61C1-8CC30E69A4D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11" name="Grafik 10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4D57BB97-F3F1-3BBD-556F-68BD816791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71341"/>
            <a:ext cx="1705178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544BBB8-AABB-F348-E790-A025FC7097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0" name="Google Shape;40;p4">
            <a:extLst>
              <a:ext uri="{FF2B5EF4-FFF2-40B4-BE49-F238E27FC236}">
                <a16:creationId xmlns:a16="http://schemas.microsoft.com/office/drawing/2014/main" id="{BB194991-4909-0985-60EF-39F5D242E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Google Shape;134;p15">
            <a:extLst>
              <a:ext uri="{FF2B5EF4-FFF2-40B4-BE49-F238E27FC236}">
                <a16:creationId xmlns:a16="http://schemas.microsoft.com/office/drawing/2014/main" id="{5A040F92-419B-29C0-2C02-9665F52DF3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46213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228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preserve="1">
  <p:cSld name="Titelfolie dunkel">
    <p:bg>
      <p:bgPr>
        <a:solidFill>
          <a:schemeClr val="bg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1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bg1"/>
                </a:solidFill>
              </a:defRPr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3831" y="3624398"/>
            <a:ext cx="7516383" cy="34838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4186443" y="6416504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5340107" y="6416504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0E3660A-1D0C-8A16-64A4-473D6A33D5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04523" y="446444"/>
            <a:ext cx="1726918" cy="610163"/>
          </a:xfrm>
          <a:prstGeom prst="rect">
            <a:avLst/>
          </a:prstGeom>
        </p:spPr>
      </p:pic>
      <p:pic>
        <p:nvPicPr>
          <p:cNvPr id="6" name="Google Shape;20;p2"/>
          <p:cNvPicPr preferRelativeResize="0"/>
          <p:nvPr userDrawn="1"/>
        </p:nvPicPr>
        <p:blipFill rotWithShape="1">
          <a:blip r:embed="rId4">
            <a:alphaModFix/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fik 2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0B32D28F-B087-9B58-8189-24EDBEBFDF4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04523" y="1310883"/>
            <a:ext cx="1705179" cy="113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88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elb - dunk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Google Shape;40;p4">
            <a:extLst>
              <a:ext uri="{FF2B5EF4-FFF2-40B4-BE49-F238E27FC236}">
                <a16:creationId xmlns:a16="http://schemas.microsoft.com/office/drawing/2014/main" id="{72F63D37-7F20-17B0-CCE3-94EBB86F47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6" name="Google Shape;134;p15">
            <a:extLst>
              <a:ext uri="{FF2B5EF4-FFF2-40B4-BE49-F238E27FC236}">
                <a16:creationId xmlns:a16="http://schemas.microsoft.com/office/drawing/2014/main" id="{82374E83-9E09-0C86-54AE-659228696D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66685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159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orange - dunk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Google Shape;40;p4">
            <a:extLst>
              <a:ext uri="{FF2B5EF4-FFF2-40B4-BE49-F238E27FC236}">
                <a16:creationId xmlns:a16="http://schemas.microsoft.com/office/drawing/2014/main" id="{EF291D13-D1CC-1DC3-70E1-665C5235A4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1C2166B4-681D-8B6E-1857-624E9F94EE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66685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424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rot - dunk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Google Shape;40;p4">
            <a:extLst>
              <a:ext uri="{FF2B5EF4-FFF2-40B4-BE49-F238E27FC236}">
                <a16:creationId xmlns:a16="http://schemas.microsoft.com/office/drawing/2014/main" id="{56ED25AF-4EBD-2254-4C4C-6AA067C5A4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EDE78CFB-C4B3-FC7C-088D-7871555C4F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66685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301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rün - dunk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Google Shape;40;p4">
            <a:extLst>
              <a:ext uri="{FF2B5EF4-FFF2-40B4-BE49-F238E27FC236}">
                <a16:creationId xmlns:a16="http://schemas.microsoft.com/office/drawing/2014/main" id="{51B03F3B-0E13-8A0A-2434-8AC4737141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2BCB3C85-1A2E-AC16-3C33-E705D6944F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66685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989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Google Shape;40;p4">
            <a:extLst>
              <a:ext uri="{FF2B5EF4-FFF2-40B4-BE49-F238E27FC236}">
                <a16:creationId xmlns:a16="http://schemas.microsoft.com/office/drawing/2014/main" id="{51B03F3B-0E13-8A0A-2434-8AC4737141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6A533E51-3378-2F65-B931-842E03231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3BFD1045-8E13-09CC-F6D7-A483C2B00F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3581"/>
          <a:stretch>
            <a:fillRect/>
          </a:stretch>
        </p:blipFill>
        <p:spPr>
          <a:xfrm>
            <a:off x="10162737" y="233072"/>
            <a:ext cx="1706880" cy="61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1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blau - dunkel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554FA902-61DA-6BCF-762A-CE7FE0E7BFCA}"/>
              </a:ext>
            </a:extLst>
          </p:cNvPr>
          <p:cNvSpPr/>
          <p:nvPr userDrawn="1"/>
        </p:nvSpPr>
        <p:spPr>
          <a:xfrm flipH="1">
            <a:off x="0" y="0"/>
            <a:ext cx="569934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Google Shape;40;p4">
            <a:extLst>
              <a:ext uri="{FF2B5EF4-FFF2-40B4-BE49-F238E27FC236}">
                <a16:creationId xmlns:a16="http://schemas.microsoft.com/office/drawing/2014/main" id="{BBE6B796-4D84-E6D1-DF2E-478573A1EC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5340BAAF-8CD4-CAD8-F24F-2751628129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66685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70482C6-729F-7F14-8894-5A9067E685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3581"/>
          <a:stretch>
            <a:fillRect/>
          </a:stretch>
        </p:blipFill>
        <p:spPr>
          <a:xfrm>
            <a:off x="10162737" y="233072"/>
            <a:ext cx="1706880" cy="61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8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- dunkel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321B610B-64F7-D6A3-8D6F-744AF321EE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Google Shape;40;p4">
            <a:extLst>
              <a:ext uri="{FF2B5EF4-FFF2-40B4-BE49-F238E27FC236}">
                <a16:creationId xmlns:a16="http://schemas.microsoft.com/office/drawing/2014/main" id="{D94C1399-A05C-DA8C-25EA-43D1A7C140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7721" y="1123283"/>
            <a:ext cx="11065180" cy="4300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Google Shape;134;p15">
            <a:extLst>
              <a:ext uri="{FF2B5EF4-FFF2-40B4-BE49-F238E27FC236}">
                <a16:creationId xmlns:a16="http://schemas.microsoft.com/office/drawing/2014/main" id="{3968C25E-E73D-FB22-A149-5738F11BA5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66685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3B92008-EDF8-949D-8B24-6122CE24CD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3581"/>
          <a:stretch>
            <a:fillRect/>
          </a:stretch>
        </p:blipFill>
        <p:spPr>
          <a:xfrm>
            <a:off x="10162737" y="233072"/>
            <a:ext cx="1706880" cy="61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81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Zwischentitel - dunkel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907DAB2-1F16-E43A-3DC4-B6A974BAEB11}"/>
              </a:ext>
            </a:extLst>
          </p:cNvPr>
          <p:cNvSpPr/>
          <p:nvPr userDrawn="1"/>
        </p:nvSpPr>
        <p:spPr>
          <a:xfrm>
            <a:off x="197893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8" name="Google Shape;60;p7">
            <a:extLst>
              <a:ext uri="{FF2B5EF4-FFF2-40B4-BE49-F238E27FC236}">
                <a16:creationId xmlns:a16="http://schemas.microsoft.com/office/drawing/2014/main" id="{BFF8EA9B-1C85-4656-0FA5-E04DA75A49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EF73EC15-FC27-36A5-D3BC-ED6C80A2D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66685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AC6295F-275E-8306-BEC0-38AD327D32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43581"/>
          <a:stretch>
            <a:fillRect/>
          </a:stretch>
        </p:blipFill>
        <p:spPr>
          <a:xfrm>
            <a:off x="10162737" y="233072"/>
            <a:ext cx="1706880" cy="61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0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Zwischentitel - gelb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6265508-9AEA-37D5-75A4-31412279FABE}"/>
              </a:ext>
            </a:extLst>
          </p:cNvPr>
          <p:cNvSpPr/>
          <p:nvPr userDrawn="1"/>
        </p:nvSpPr>
        <p:spPr>
          <a:xfrm>
            <a:off x="200167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B3C7E3A-DCE4-A96C-6C79-D67DA44C41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555" t="7416" r="3950" b="10350"/>
          <a:stretch/>
        </p:blipFill>
        <p:spPr>
          <a:xfrm>
            <a:off x="10190303" y="292593"/>
            <a:ext cx="1668083" cy="592932"/>
          </a:xfrm>
          <a:prstGeom prst="rect">
            <a:avLst/>
          </a:prstGeom>
        </p:spPr>
      </p:pic>
      <p:sp>
        <p:nvSpPr>
          <p:cNvPr id="8" name="Google Shape;60;p7">
            <a:extLst>
              <a:ext uri="{FF2B5EF4-FFF2-40B4-BE49-F238E27FC236}">
                <a16:creationId xmlns:a16="http://schemas.microsoft.com/office/drawing/2014/main" id="{FD026BEB-E418-E116-6D3D-6DB31DD85A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Google Shape;134;p15">
            <a:extLst>
              <a:ext uri="{FF2B5EF4-FFF2-40B4-BE49-F238E27FC236}">
                <a16:creationId xmlns:a16="http://schemas.microsoft.com/office/drawing/2014/main" id="{4D92B17C-3272-C651-466F-574E1104A3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25742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601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Zwischentitel - orange">
    <p:bg>
      <p:bgPr>
        <a:solidFill>
          <a:schemeClr val="accen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759BE8E-E107-725F-DCAA-612D12BE8D23}"/>
              </a:ext>
            </a:extLst>
          </p:cNvPr>
          <p:cNvSpPr/>
          <p:nvPr userDrawn="1"/>
        </p:nvSpPr>
        <p:spPr>
          <a:xfrm>
            <a:off x="197893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6E0C629-8494-42BD-7E2C-D046B03452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442" t="7231" r="483" b="3301"/>
          <a:stretch/>
        </p:blipFill>
        <p:spPr>
          <a:xfrm>
            <a:off x="10184368" y="292593"/>
            <a:ext cx="1674018" cy="592932"/>
          </a:xfrm>
          <a:prstGeom prst="rect">
            <a:avLst/>
          </a:prstGeom>
        </p:spPr>
      </p:pic>
      <p:sp>
        <p:nvSpPr>
          <p:cNvPr id="12" name="Google Shape;60;p7">
            <a:extLst>
              <a:ext uri="{FF2B5EF4-FFF2-40B4-BE49-F238E27FC236}">
                <a16:creationId xmlns:a16="http://schemas.microsoft.com/office/drawing/2014/main" id="{DB7BC548-6090-CA7A-F00D-062EBC8756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23940B95-489D-2B1D-0748-509C0840E6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25742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627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Zwischentitel - rot">
    <p:bg>
      <p:bgPr>
        <a:solidFill>
          <a:schemeClr val="accen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7CFC5A3-06F9-B9EA-2D0A-3758E7734044}"/>
              </a:ext>
            </a:extLst>
          </p:cNvPr>
          <p:cNvSpPr/>
          <p:nvPr userDrawn="1"/>
        </p:nvSpPr>
        <p:spPr>
          <a:xfrm>
            <a:off x="197893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839AA95-56E8-1B3E-FAE9-53726129AA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168" b="1693"/>
          <a:stretch/>
        </p:blipFill>
        <p:spPr>
          <a:xfrm>
            <a:off x="10196070" y="287536"/>
            <a:ext cx="1666842" cy="592574"/>
          </a:xfrm>
          <a:prstGeom prst="rect">
            <a:avLst/>
          </a:prstGeom>
        </p:spPr>
      </p:pic>
      <p:sp>
        <p:nvSpPr>
          <p:cNvPr id="7" name="Google Shape;60;p7">
            <a:extLst>
              <a:ext uri="{FF2B5EF4-FFF2-40B4-BE49-F238E27FC236}">
                <a16:creationId xmlns:a16="http://schemas.microsoft.com/office/drawing/2014/main" id="{B03A098F-B367-4F6D-98FD-37C79E0C8A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976B88F6-11B0-1F9F-7E40-C41688863D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25742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556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Zwischentitel - grün">
    <p:bg>
      <p:bgPr>
        <a:solidFill>
          <a:srgbClr val="18E797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1E948B8-829C-AB3C-FBEE-5D482CD8D845}"/>
              </a:ext>
            </a:extLst>
          </p:cNvPr>
          <p:cNvSpPr/>
          <p:nvPr userDrawn="1"/>
        </p:nvSpPr>
        <p:spPr>
          <a:xfrm>
            <a:off x="197893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F78FD4C-17F2-9AB6-C93F-20A144842E4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934" t="6899" r="623"/>
          <a:stretch/>
        </p:blipFill>
        <p:spPr>
          <a:xfrm>
            <a:off x="10203690" y="302761"/>
            <a:ext cx="1654696" cy="583224"/>
          </a:xfrm>
          <a:prstGeom prst="rect">
            <a:avLst/>
          </a:prstGeom>
        </p:spPr>
      </p:pic>
      <p:sp>
        <p:nvSpPr>
          <p:cNvPr id="7" name="Google Shape;60;p7">
            <a:extLst>
              <a:ext uri="{FF2B5EF4-FFF2-40B4-BE49-F238E27FC236}">
                <a16:creationId xmlns:a16="http://schemas.microsoft.com/office/drawing/2014/main" id="{59173232-E0CF-C3DF-2C57-6CD02D20AB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FAC7BABB-777B-6293-8B06-34FF024CA2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25742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085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Zwischentitel - blau">
    <p:bg>
      <p:bgPr>
        <a:solidFill>
          <a:srgbClr val="007A9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D091F16-BA09-BADD-0CB2-E82A3AAF3BB8}"/>
              </a:ext>
            </a:extLst>
          </p:cNvPr>
          <p:cNvSpPr/>
          <p:nvPr userDrawn="1"/>
        </p:nvSpPr>
        <p:spPr>
          <a:xfrm>
            <a:off x="197893" y="257680"/>
            <a:ext cx="11791665" cy="6380523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8" name="Google Shape;60;p7">
            <a:extLst>
              <a:ext uri="{FF2B5EF4-FFF2-40B4-BE49-F238E27FC236}">
                <a16:creationId xmlns:a16="http://schemas.microsoft.com/office/drawing/2014/main" id="{BFF8EA9B-1C85-4656-0FA5-E04DA75A49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F0F2C98B-C9AA-B31C-1432-EA4267A472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7721" y="260100"/>
            <a:ext cx="9425742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ACD00DA-15E7-A010-2C79-14A8503D615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43581"/>
          <a:stretch>
            <a:fillRect/>
          </a:stretch>
        </p:blipFill>
        <p:spPr>
          <a:xfrm>
            <a:off x="10162737" y="233072"/>
            <a:ext cx="1706880" cy="61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95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EB253E7-E103-C0CF-3E17-93350DD7A41F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1" name="Google Shape;134;p15">
            <a:extLst>
              <a:ext uri="{FF2B5EF4-FFF2-40B4-BE49-F238E27FC236}">
                <a16:creationId xmlns:a16="http://schemas.microsoft.com/office/drawing/2014/main" id="{68D0BE14-D3E5-25A6-996E-4246A573A1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290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540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accen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BE3A5BAD-26C8-942D-897C-C51DD99FAED3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9FAFF30B-54F1-8E0C-5984-0B9104490F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3" name="Google Shape;40;p4">
            <a:extLst>
              <a:ext uri="{FF2B5EF4-FFF2-40B4-BE49-F238E27FC236}">
                <a16:creationId xmlns:a16="http://schemas.microsoft.com/office/drawing/2014/main" id="{CE79A2F5-8992-C8F4-E0BF-0E2CB8A77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CA1ED46F-C2D4-FCA8-D2D7-3A6A3EE3C5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290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5115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accen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B2E3FD4D-4BAE-20D9-F11B-C9B907C1C103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D613D350-73C4-A254-2B82-A2D28A43D5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8ABFDF8E-2714-DEBF-2939-E469AC3CE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ACE4E089-09D6-A340-453B-A23080B151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290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049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rgbClr val="007A9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8DDDF9D8-8B75-D2E4-A55A-F57F61F8EE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4" name="Google Shape;40;p4">
            <a:extLst>
              <a:ext uri="{FF2B5EF4-FFF2-40B4-BE49-F238E27FC236}">
                <a16:creationId xmlns:a16="http://schemas.microsoft.com/office/drawing/2014/main" id="{89DC3406-4947-803D-3A4E-28BBF825E8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8ADE0D3D-2EDB-F0CB-7A13-A5664ACEB1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290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517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rgbClr val="18E797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09E99921-C510-7243-5D50-F7AD23D7FC9B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2A3D60E5-5F1B-EC13-9002-8CE5275DF7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46D99F7D-81E8-E37E-8330-1F5F41E5AA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A9110798-7440-481E-81AA-8E8FBC6239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290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778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D6DD659-B927-3964-615D-EC244D06202E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2A3D60E5-5F1B-EC13-9002-8CE5275DF7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466811DF-A9BB-2F47-E804-FEEAF2BCB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33CB2BEC-CF31-0F70-C619-CC277EE34D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290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250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2A0280BF-0E7C-AFED-D6FE-678A1880DF56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62D25E61-2D57-F3CB-D94A-377D8FD00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Google Shape;40;p4">
            <a:extLst>
              <a:ext uri="{FF2B5EF4-FFF2-40B4-BE49-F238E27FC236}">
                <a16:creationId xmlns:a16="http://schemas.microsoft.com/office/drawing/2014/main" id="{23031402-6EC7-6D0B-0C21-55A800158E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34;p15">
            <a:extLst>
              <a:ext uri="{FF2B5EF4-FFF2-40B4-BE49-F238E27FC236}">
                <a16:creationId xmlns:a16="http://schemas.microsoft.com/office/drawing/2014/main" id="{2CC05627-B4CE-8193-CB4C-A9CD8EFA7C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9731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371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9E50E069-5CB9-5398-B121-9F8D075B6CBA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775894F4-7512-9DCE-C06E-3692E9AF97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8CF486B0-3028-8CCA-1246-88FBCD773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53145582-F029-666E-2CBD-D45C8F91DB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9731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1899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C95FD821-2EF0-F787-BD25-59427DA2FCB9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D5DBA9C0-1367-43D6-F92B-2BC631589F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AF81C945-CDA9-D795-D99E-9E6956E08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DE236AF8-8F7A-1A3D-8432-A49A1F25E6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9731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091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3C95AD7B-2E81-A66B-FE43-97CF906AD6C5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rgbClr val="007A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AE2036F9-DFD9-5610-5439-957AC760DE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0ADCEF86-E678-7C5D-ED12-815CF3260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Google Shape;134;p15">
            <a:extLst>
              <a:ext uri="{FF2B5EF4-FFF2-40B4-BE49-F238E27FC236}">
                <a16:creationId xmlns:a16="http://schemas.microsoft.com/office/drawing/2014/main" id="{55239716-4CA0-BAB0-CC92-C62FD66A4C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7059731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758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1_Zwischentitel">
    <p:bg>
      <p:bgPr>
        <a:solidFill>
          <a:schemeClr val="tx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34D93132-4A58-7B06-7D90-E715012A5D84}"/>
              </a:ext>
            </a:extLst>
          </p:cNvPr>
          <p:cNvSpPr/>
          <p:nvPr userDrawn="1"/>
        </p:nvSpPr>
        <p:spPr>
          <a:xfrm>
            <a:off x="197893" y="156950"/>
            <a:ext cx="11849327" cy="6658304"/>
          </a:xfrm>
          <a:prstGeom prst="rect">
            <a:avLst/>
          </a:prstGeom>
          <a:solidFill>
            <a:schemeClr val="bg1">
              <a:alpha val="0"/>
            </a:schemeClr>
          </a:solidFill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91665"/>
                      <a:gd name="connsiteY0" fmla="*/ 0 h 6380523"/>
                      <a:gd name="connsiteX1" fmla="*/ 11791665 w 11791665"/>
                      <a:gd name="connsiteY1" fmla="*/ 0 h 6380523"/>
                      <a:gd name="connsiteX2" fmla="*/ 11791665 w 11791665"/>
                      <a:gd name="connsiteY2" fmla="*/ 6380523 h 6380523"/>
                      <a:gd name="connsiteX3" fmla="*/ 0 w 11791665"/>
                      <a:gd name="connsiteY3" fmla="*/ 6380523 h 6380523"/>
                      <a:gd name="connsiteX4" fmla="*/ 0 w 11791665"/>
                      <a:gd name="connsiteY4" fmla="*/ 0 h 63805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91665" h="6380523" fill="none" extrusionOk="0">
                        <a:moveTo>
                          <a:pt x="0" y="0"/>
                        </a:moveTo>
                        <a:cubicBezTo>
                          <a:pt x="5345973" y="-49533"/>
                          <a:pt x="10352354" y="-14809"/>
                          <a:pt x="11791665" y="0"/>
                        </a:cubicBezTo>
                        <a:cubicBezTo>
                          <a:pt x="11879304" y="1750192"/>
                          <a:pt x="11718986" y="3383135"/>
                          <a:pt x="11791665" y="6380523"/>
                        </a:cubicBezTo>
                        <a:cubicBezTo>
                          <a:pt x="6237130" y="6332292"/>
                          <a:pt x="3831076" y="6464978"/>
                          <a:pt x="0" y="6380523"/>
                        </a:cubicBezTo>
                        <a:cubicBezTo>
                          <a:pt x="-38581" y="4235942"/>
                          <a:pt x="63341" y="2792378"/>
                          <a:pt x="0" y="0"/>
                        </a:cubicBezTo>
                        <a:close/>
                      </a:path>
                      <a:path w="11791665" h="6380523" stroke="0" extrusionOk="0">
                        <a:moveTo>
                          <a:pt x="0" y="0"/>
                        </a:moveTo>
                        <a:cubicBezTo>
                          <a:pt x="5640788" y="118645"/>
                          <a:pt x="8448249" y="116012"/>
                          <a:pt x="11791665" y="0"/>
                        </a:cubicBezTo>
                        <a:cubicBezTo>
                          <a:pt x="11658783" y="3004110"/>
                          <a:pt x="11876616" y="3582214"/>
                          <a:pt x="11791665" y="6380523"/>
                        </a:cubicBezTo>
                        <a:cubicBezTo>
                          <a:pt x="7046566" y="6515123"/>
                          <a:pt x="2218985" y="6223327"/>
                          <a:pt x="0" y="6380523"/>
                        </a:cubicBezTo>
                        <a:cubicBezTo>
                          <a:pt x="-20187" y="4401602"/>
                          <a:pt x="-152480" y="177465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 flipH="1">
            <a:off x="0" y="0"/>
            <a:ext cx="3006250" cy="6858000"/>
          </a:xfrm>
          <a:prstGeom prst="rect">
            <a:avLst/>
          </a:prstGeom>
          <a:solidFill>
            <a:srgbClr val="18E7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2879055-9A2F-BCD3-456C-CEF593B5F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321B610B-64F7-D6A3-8D6F-744AF321EE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Google Shape;40;p4">
            <a:extLst>
              <a:ext uri="{FF2B5EF4-FFF2-40B4-BE49-F238E27FC236}">
                <a16:creationId xmlns:a16="http://schemas.microsoft.com/office/drawing/2014/main" id="{41F88245-1CCC-370D-1062-CB04B28AB5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144092"/>
            <a:ext cx="8658226" cy="481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3" name="Google Shape;134;p15">
            <a:extLst>
              <a:ext uri="{FF2B5EF4-FFF2-40B4-BE49-F238E27FC236}">
                <a16:creationId xmlns:a16="http://schemas.microsoft.com/office/drawing/2014/main" id="{579F8731-A184-B349-31B3-18F2A474AE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26089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641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hell" userDrawn="1">
  <p:cSld name="Leer hell">
    <p:bg>
      <p:bgPr>
        <a:solidFill>
          <a:schemeClr val="bg2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42;p5">
            <a:extLst>
              <a:ext uri="{FF2B5EF4-FFF2-40B4-BE49-F238E27FC236}">
                <a16:creationId xmlns:a16="http://schemas.microsoft.com/office/drawing/2014/main" id="{826AB866-D8C1-E796-E460-12E4F2141A6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 rot="10800000" flipV="1">
            <a:off x="6513446" y="2441422"/>
            <a:ext cx="7789690" cy="5946121"/>
          </a:xfrm>
          <a:prstGeom prst="rect">
            <a:avLst/>
          </a:prstGeom>
          <a:noFill/>
          <a:ln>
            <a:noFill/>
          </a:ln>
          <a:effectLst>
            <a:reflection blurRad="6350" stA="52000" endA="300" endPos="35000" dir="5400000" sy="-100000" algn="bl" rotWithShape="0"/>
          </a:effectLst>
        </p:spPr>
      </p:pic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992FB5AC-7938-700F-A2DE-6E72FFE0D756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56E674C0-461E-EB3E-51A7-188B569B21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144B6387-8C7C-8BA8-DAD4-9E24A34F4E0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C9AA6CDF-C2D8-66CE-164D-43EDC659F4E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14" name="Google Shape;50;p6">
            <a:extLst>
              <a:ext uri="{FF2B5EF4-FFF2-40B4-BE49-F238E27FC236}">
                <a16:creationId xmlns:a16="http://schemas.microsoft.com/office/drawing/2014/main" id="{DFA379ED-BBB8-344D-3762-3D5D7DE0253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52;p6">
            <a:extLst>
              <a:ext uri="{FF2B5EF4-FFF2-40B4-BE49-F238E27FC236}">
                <a16:creationId xmlns:a16="http://schemas.microsoft.com/office/drawing/2014/main" id="{82E9E9B7-158B-6C97-993D-E5724D5D56C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bg1"/>
                </a:solidFill>
              </a:defRPr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039243C2-AB81-0464-CB69-B49220FC4D7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82786" y="438764"/>
            <a:ext cx="1748655" cy="6178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>
  <p:cSld name="Abschlussfolie dunkel">
    <p:bg>
      <p:bgPr>
        <a:solidFill>
          <a:schemeClr val="dk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B0BF41E5-5043-1676-634A-40E34BE614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4903" y="260100"/>
            <a:ext cx="1706881" cy="603083"/>
          </a:xfrm>
          <a:prstGeom prst="rect">
            <a:avLst/>
          </a:prstGeom>
        </p:spPr>
      </p:pic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80A1D962-6EBE-42A3-9745-798764273018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E67989E-C41B-4A5E-A549-5592B33B16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22" name="Google Shape;42;p5">
            <a:extLst>
              <a:ext uri="{FF2B5EF4-FFF2-40B4-BE49-F238E27FC236}">
                <a16:creationId xmlns:a16="http://schemas.microsoft.com/office/drawing/2014/main" id="{C66AEA29-77E0-21E3-CA86-7D515B5A085C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-3085333" y="260100"/>
            <a:ext cx="9660910" cy="7870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009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lussfolie">
  <p:cSld name="Abschlussfolie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6"/>
          <p:cNvPicPr preferRelativeResize="0"/>
          <p:nvPr/>
        </p:nvPicPr>
        <p:blipFill rotWithShape="1">
          <a:blip r:embed="rId2">
            <a:alphaModFix amt="5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684787" y="-627015"/>
            <a:ext cx="10703154" cy="756339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0" name="Google Shape;50;p6"/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53" name="Google Shape;53;p6"/>
          <p:cNvPicPr preferRelativeResize="0"/>
          <p:nvPr/>
        </p:nvPicPr>
        <p:blipFill rotWithShape="1">
          <a:blip r:embed="rId4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EC072C3A-9DC1-18BF-6974-3EEFD44EE1E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26263" y="453524"/>
            <a:ext cx="1705178" cy="603083"/>
          </a:xfrm>
          <a:prstGeom prst="rect">
            <a:avLst/>
          </a:prstGeom>
        </p:spPr>
      </p:pic>
      <p:pic>
        <p:nvPicPr>
          <p:cNvPr id="3" name="Grafik 2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B6E005FD-DA69-BC23-E7D7-52DB0268EA8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26263" y="1152000"/>
            <a:ext cx="1705178" cy="11381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 preserve="1">
  <p:cSld name="Leer hell_2">
    <p:bg>
      <p:bgPr>
        <a:solidFill>
          <a:schemeClr val="bg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42;p5">
            <a:extLst>
              <a:ext uri="{FF2B5EF4-FFF2-40B4-BE49-F238E27FC236}">
                <a16:creationId xmlns:a16="http://schemas.microsoft.com/office/drawing/2014/main" id="{F47AA3BD-061C-FFF1-2597-0E003D1A2DD3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0000"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652"/>
                    </a14:imgEffect>
                    <a14:imgEffect>
                      <a14:saturation sat="35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31937" b="16168"/>
          <a:stretch/>
        </p:blipFill>
        <p:spPr>
          <a:xfrm>
            <a:off x="-1" y="260101"/>
            <a:ext cx="6575577" cy="65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fik 3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DAA60E84-C429-8733-F2F3-E5D8F35595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2" name="Grafik 1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D7CADC23-6428-4139-3752-F45AF64B83B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26606" y="863183"/>
            <a:ext cx="1705178" cy="113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66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 mit Bild" userDrawn="1">
  <p:cSld name="Zitat mit Bild">
    <p:bg>
      <p:bgPr>
        <a:solidFill>
          <a:schemeClr val="accent3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>
            <a:spLocks noGrp="1"/>
          </p:cNvSpPr>
          <p:nvPr>
            <p:ph type="pic" idx="2"/>
          </p:nvPr>
        </p:nvSpPr>
        <p:spPr>
          <a:xfrm>
            <a:off x="5976938" y="-1"/>
            <a:ext cx="621506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524104" y="6459251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5640E307-2BF9-CACF-4C05-D4C13B05D7C1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80C61190-CD21-681A-3A04-E027813C89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AE162294-E63D-B8E4-23E2-BCED6DD32EE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6D2527C2-7F56-98F6-7066-F05A590E2D9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104;p12">
            <a:extLst>
              <a:ext uri="{FF2B5EF4-FFF2-40B4-BE49-F238E27FC236}">
                <a16:creationId xmlns:a16="http://schemas.microsoft.com/office/drawing/2014/main" id="{78011120-BB62-FEEF-47A5-CC5E0ADEDF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626" y="1602999"/>
            <a:ext cx="5335504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9" name="Google Shape;134;p15">
            <a:extLst>
              <a:ext uri="{FF2B5EF4-FFF2-40B4-BE49-F238E27FC236}">
                <a16:creationId xmlns:a16="http://schemas.microsoft.com/office/drawing/2014/main" id="{D15598A7-DB5B-B8C8-4182-4D26D183A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inks, 3 Fotos rechts" userDrawn="1">
  <p:cSld name="Text links, 3 Fotos rech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5012562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36C69AB-71BA-35D0-5DC2-020FD72727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51AF5458-1F33-7EAE-8751-F24D3E564DA2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AF73E771-922B-A0AC-6CEB-0A89C788A8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7" name="Google Shape;139;p16">
            <a:extLst>
              <a:ext uri="{FF2B5EF4-FFF2-40B4-BE49-F238E27FC236}">
                <a16:creationId xmlns:a16="http://schemas.microsoft.com/office/drawing/2014/main" id="{4EA795FC-9247-8B6F-D503-8DB8D86A459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" name="Google Shape;140;p16">
            <a:extLst>
              <a:ext uri="{FF2B5EF4-FFF2-40B4-BE49-F238E27FC236}">
                <a16:creationId xmlns:a16="http://schemas.microsoft.com/office/drawing/2014/main" id="{74E7EFAB-5783-4320-7B8C-436DCBD5F8C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" name="Google Shape;104;p12">
            <a:extLst>
              <a:ext uri="{FF2B5EF4-FFF2-40B4-BE49-F238E27FC236}">
                <a16:creationId xmlns:a16="http://schemas.microsoft.com/office/drawing/2014/main" id="{EB61180E-BCC0-FC25-978B-E06302556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626" y="1602999"/>
            <a:ext cx="5335504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2D1482AC-51B3-ADB0-D743-121C59C19C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 links, 3 Fotos rechts" userDrawn="1">
  <p:cSld name="1_Text links, 3 Fotos rech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23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95" name="Google Shape;95;p11"/>
          <p:cNvSpPr>
            <a:spLocks noGrp="1"/>
          </p:cNvSpPr>
          <p:nvPr>
            <p:ph type="pic" idx="3"/>
          </p:nvPr>
        </p:nvSpPr>
        <p:spPr>
          <a:xfrm>
            <a:off x="6095999" y="3805207"/>
            <a:ext cx="5615375" cy="23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EC10F341-74D3-D39A-82DD-6DEDDE1DB2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24CE71F0-15EB-9D75-ABB8-6AB53DF35864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FF2E2A29-DC49-1C86-6108-BA6A188D34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97DEC054-E745-A070-24FC-86C5322CF82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DF52E6A9-ECE3-383C-5B55-3BEEFA354C2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04;p12">
            <a:extLst>
              <a:ext uri="{FF2B5EF4-FFF2-40B4-BE49-F238E27FC236}">
                <a16:creationId xmlns:a16="http://schemas.microsoft.com/office/drawing/2014/main" id="{1D8C8578-FBEB-83BF-088F-0FF036B33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4214" y="1602999"/>
            <a:ext cx="5341916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134;p15">
            <a:extLst>
              <a:ext uri="{FF2B5EF4-FFF2-40B4-BE49-F238E27FC236}">
                <a16:creationId xmlns:a16="http://schemas.microsoft.com/office/drawing/2014/main" id="{E04D412F-B365-ECD8-8FFF-3B124DCAD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ext links, 3 Fotos rechts" userDrawn="1">
  <p:cSld name="2_Text links, 3 Fotos rech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23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102" name="Google Shape;102;p12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05" name="Google Shape;105;p12"/>
          <p:cNvSpPr>
            <a:spLocks noGrp="1"/>
          </p:cNvSpPr>
          <p:nvPr>
            <p:ph type="pic" idx="3"/>
          </p:nvPr>
        </p:nvSpPr>
        <p:spPr>
          <a:xfrm>
            <a:off x="6096000" y="3805207"/>
            <a:ext cx="2628000" cy="23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106" name="Google Shape;106;p12"/>
          <p:cNvSpPr>
            <a:spLocks noGrp="1"/>
          </p:cNvSpPr>
          <p:nvPr>
            <p:ph type="pic" idx="4"/>
          </p:nvPr>
        </p:nvSpPr>
        <p:spPr>
          <a:xfrm>
            <a:off x="9084575" y="3805207"/>
            <a:ext cx="2628000" cy="23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5E81F2A6-5D28-F8CC-6798-1C5AC63C55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88D9641-BD84-AF99-56EA-32FAB7819B5E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E5A686B0-5E21-A25A-FCD9-784EF64484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8F0B0378-24FB-537A-F362-B215B2C87B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340496D2-C60D-B8EB-90F8-98409EF5700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04;p12">
            <a:extLst>
              <a:ext uri="{FF2B5EF4-FFF2-40B4-BE49-F238E27FC236}">
                <a16:creationId xmlns:a16="http://schemas.microsoft.com/office/drawing/2014/main" id="{B2B8A8F7-A707-64C7-2AE6-81416C6C5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626" y="1602999"/>
            <a:ext cx="5335504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134;p15">
            <a:extLst>
              <a:ext uri="{FF2B5EF4-FFF2-40B4-BE49-F238E27FC236}">
                <a16:creationId xmlns:a16="http://schemas.microsoft.com/office/drawing/2014/main" id="{400DC504-4891-BD2A-4E5C-EE4335FF40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5341917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rechts, 1 Foto schmal links">
  <p:cSld name="Text rechts, 1 Foto schmal links">
    <p:bg>
      <p:bgPr>
        <a:solidFill>
          <a:schemeClr val="dk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-2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3945774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8246225" y="6858000"/>
                </a:lnTo>
                <a:lnTo>
                  <a:pt x="3945774" y="6858000"/>
                </a:lnTo>
                <a:lnTo>
                  <a:pt x="0" y="6858000"/>
                </a:lnTo>
                <a:lnTo>
                  <a:pt x="0" y="6367464"/>
                </a:lnTo>
                <a:lnTo>
                  <a:pt x="3945774" y="636746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-1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" y="0"/>
                </a:lnTo>
                <a:lnTo>
                  <a:pt x="1" y="6368304"/>
                </a:lnTo>
                <a:lnTo>
                  <a:pt x="5847965" y="6368304"/>
                </a:lnTo>
                <a:lnTo>
                  <a:pt x="5847965" y="0"/>
                </a:ln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sp>
        <p:nvSpPr>
          <p:cNvPr id="121" name="Google Shape;121;p14"/>
          <p:cNvSpPr>
            <a:spLocks noGrp="1"/>
          </p:cNvSpPr>
          <p:nvPr>
            <p:ph type="pic" idx="2"/>
          </p:nvPr>
        </p:nvSpPr>
        <p:spPr>
          <a:xfrm>
            <a:off x="0" y="592976"/>
            <a:ext cx="3924300" cy="3498578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11531078" y="6419049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90768" y="592976"/>
            <a:ext cx="5721071" cy="77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3200" b="1" i="0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7" name="Google Shape;127;p14"/>
          <p:cNvSpPr txBox="1">
            <a:spLocks noGrp="1"/>
          </p:cNvSpPr>
          <p:nvPr>
            <p:ph type="body" idx="1"/>
          </p:nvPr>
        </p:nvSpPr>
        <p:spPr>
          <a:xfrm>
            <a:off x="4390768" y="1613290"/>
            <a:ext cx="7140832" cy="453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7084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4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SzPts val="1600"/>
              <a:buAutoNum type="arabicPeriod"/>
              <a:defRPr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marL="2286000" lvl="4" indent="-360679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6EFFF25-385B-B573-04C3-4753EA149D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leichschenkliges Dreieck 5">
            <a:extLst>
              <a:ext uri="{FF2B5EF4-FFF2-40B4-BE49-F238E27FC236}">
                <a16:creationId xmlns:a16="http://schemas.microsoft.com/office/drawing/2014/main" id="{83CF15C8-1379-F561-58A2-DFB58095814D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AEB8A20E-582C-E039-6FFC-7380C39128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8" name="Google Shape;139;p16">
            <a:extLst>
              <a:ext uri="{FF2B5EF4-FFF2-40B4-BE49-F238E27FC236}">
                <a16:creationId xmlns:a16="http://schemas.microsoft.com/office/drawing/2014/main" id="{3E552C7A-FFE6-586F-5603-9B608A41486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40;p16">
            <a:extLst>
              <a:ext uri="{FF2B5EF4-FFF2-40B4-BE49-F238E27FC236}">
                <a16:creationId xmlns:a16="http://schemas.microsoft.com/office/drawing/2014/main" id="{FC3758D3-62C4-4057-E3D4-43C2E1551CB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zweispaltig">
  <p:cSld name="Text zweispaltig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34" name="Google Shape;134;p15"/>
          <p:cNvSpPr txBox="1">
            <a:spLocks noGrp="1"/>
          </p:cNvSpPr>
          <p:nvPr>
            <p:ph type="title"/>
          </p:nvPr>
        </p:nvSpPr>
        <p:spPr>
          <a:xfrm>
            <a:off x="1019172" y="595109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5" name="Google Shape;135;p15"/>
          <p:cNvSpPr txBox="1">
            <a:spLocks noGrp="1"/>
          </p:cNvSpPr>
          <p:nvPr>
            <p:ph type="body" idx="1"/>
          </p:nvPr>
        </p:nvSpPr>
        <p:spPr>
          <a:xfrm>
            <a:off x="1019175" y="1602995"/>
            <a:ext cx="10514013" cy="387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F4340363-2822-D629-90FC-1EE2DE58AE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68B47B0-5C45-757E-2168-FC690B2658C1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D093CCAC-1F8A-7844-9CD6-F93EE61E58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9232B03C-5EE7-C1C1-AB07-63C80AECB1E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B2E387E9-A790-4A41-8D34-2FF789C21CD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dreispaltig" userDrawn="1">
  <p:cSld name="Text dreispaltig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A3AAD636-CB52-56E2-93AA-F9B53FE3F2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EA56A580-B1FD-BD2F-7BA8-750C92EA73F5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F86551C4-E7C2-F45F-3239-3286572BD7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/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/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35;p15">
            <a:extLst>
              <a:ext uri="{FF2B5EF4-FFF2-40B4-BE49-F238E27FC236}">
                <a16:creationId xmlns:a16="http://schemas.microsoft.com/office/drawing/2014/main" id="{C252C7A8-9512-D729-3B1C-C6D65FEC7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9175" y="1602995"/>
            <a:ext cx="10514013" cy="387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134;p15">
            <a:extLst>
              <a:ext uri="{FF2B5EF4-FFF2-40B4-BE49-F238E27FC236}">
                <a16:creationId xmlns:a16="http://schemas.microsoft.com/office/drawing/2014/main" id="{8A407166-5C0A-38F2-027B-AF7C9B6D1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9172" y="595109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" userDrawn="1">
  <p:cSld name="Topic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>
            <a:spLocks noGrp="1"/>
          </p:cNvSpPr>
          <p:nvPr>
            <p:ph type="body" idx="1"/>
          </p:nvPr>
        </p:nvSpPr>
        <p:spPr>
          <a:xfrm>
            <a:off x="474663" y="2024063"/>
            <a:ext cx="3600000" cy="655637"/>
          </a:xfrm>
          <a:prstGeom prst="rect">
            <a:avLst/>
          </a:prstGeom>
          <a:solidFill>
            <a:srgbClr val="007A9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erdana"/>
              <a:buNone/>
              <a:defRPr sz="2000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Verdana"/>
              <a:buNone/>
              <a:defRPr sz="2000">
                <a:solidFill>
                  <a:schemeClr val="lt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17"/>
          <p:cNvSpPr txBox="1">
            <a:spLocks noGrp="1"/>
          </p:cNvSpPr>
          <p:nvPr>
            <p:ph type="body" idx="2"/>
          </p:nvPr>
        </p:nvSpPr>
        <p:spPr>
          <a:xfrm>
            <a:off x="4293394" y="2024063"/>
            <a:ext cx="3600000" cy="6556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erdana"/>
              <a:buNone/>
              <a:defRPr sz="2000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Verdana"/>
              <a:buNone/>
              <a:defRPr sz="2000">
                <a:solidFill>
                  <a:schemeClr val="lt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body" idx="3"/>
          </p:nvPr>
        </p:nvSpPr>
        <p:spPr>
          <a:xfrm>
            <a:off x="8112125" y="2024063"/>
            <a:ext cx="3600000" cy="655637"/>
          </a:xfrm>
          <a:prstGeom prst="rect">
            <a:avLst/>
          </a:prstGeom>
          <a:solidFill>
            <a:srgbClr val="18E79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erdana"/>
              <a:buNone/>
              <a:defRPr sz="2000">
                <a:solidFill>
                  <a:schemeClr val="lt2"/>
                </a:solidFill>
              </a:defRPr>
            </a:lvl2pPr>
            <a:lvl3pPr marL="1371600" lvl="2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3pPr>
            <a:lvl4pPr marL="1828800" lvl="3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None/>
              <a:defRPr sz="2000">
                <a:solidFill>
                  <a:schemeClr val="lt2"/>
                </a:solidFill>
              </a:defRPr>
            </a:lvl4pPr>
            <a:lvl5pPr marL="2286000" lvl="4" indent="-22860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Verdana"/>
              <a:buNone/>
              <a:defRPr sz="2000">
                <a:solidFill>
                  <a:schemeClr val="lt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7"/>
          <p:cNvSpPr txBox="1">
            <a:spLocks noGrp="1"/>
          </p:cNvSpPr>
          <p:nvPr>
            <p:ph type="body" idx="4"/>
          </p:nvPr>
        </p:nvSpPr>
        <p:spPr>
          <a:xfrm>
            <a:off x="474213" y="2679700"/>
            <a:ext cx="3600450" cy="369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body" idx="5"/>
          </p:nvPr>
        </p:nvSpPr>
        <p:spPr>
          <a:xfrm>
            <a:off x="4292944" y="2679700"/>
            <a:ext cx="3600450" cy="369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body" idx="6"/>
          </p:nvPr>
        </p:nvSpPr>
        <p:spPr>
          <a:xfrm>
            <a:off x="8111675" y="2679700"/>
            <a:ext cx="3600450" cy="369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80000" tIns="144000" rIns="180000" bIns="14400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7"/>
          <p:cNvSpPr txBox="1">
            <a:spLocks noGrp="1"/>
          </p:cNvSpPr>
          <p:nvPr>
            <p:ph type="dt" idx="10"/>
          </p:nvPr>
        </p:nvSpPr>
        <p:spPr>
          <a:xfrm>
            <a:off x="818403" y="643425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7"/>
          <p:cNvSpPr txBox="1">
            <a:spLocks noGrp="1"/>
          </p:cNvSpPr>
          <p:nvPr>
            <p:ph type="ftr" idx="11"/>
          </p:nvPr>
        </p:nvSpPr>
        <p:spPr>
          <a:xfrm>
            <a:off x="1972067" y="643425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53A8B5D5-BB9A-EA75-2F92-CD7AEF1C32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3" name="Grafik 2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5948DC93-E1FE-631C-E582-7C35D931F2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2529" y="1006451"/>
            <a:ext cx="1459255" cy="973980"/>
          </a:xfrm>
          <a:prstGeom prst="rect">
            <a:avLst/>
          </a:prstGeom>
        </p:spPr>
      </p:pic>
      <p:sp>
        <p:nvSpPr>
          <p:cNvPr id="4" name="Google Shape;134;p15">
            <a:extLst>
              <a:ext uri="{FF2B5EF4-FFF2-40B4-BE49-F238E27FC236}">
                <a16:creationId xmlns:a16="http://schemas.microsoft.com/office/drawing/2014/main" id="{FEEB5722-502E-A839-6FED-2CFF08C3E8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 mit Bildern" userDrawn="1">
  <p:cSld name="Topics mit Bilder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>
            <a:spLocks noGrp="1"/>
          </p:cNvSpPr>
          <p:nvPr>
            <p:ph type="body" idx="1"/>
          </p:nvPr>
        </p:nvSpPr>
        <p:spPr>
          <a:xfrm>
            <a:off x="476704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8"/>
          <p:cNvSpPr>
            <a:spLocks noGrp="1"/>
          </p:cNvSpPr>
          <p:nvPr>
            <p:ph type="pic" idx="2"/>
          </p:nvPr>
        </p:nvSpPr>
        <p:spPr>
          <a:xfrm>
            <a:off x="8112125" y="2024063"/>
            <a:ext cx="3600000" cy="1728787"/>
          </a:xfrm>
          <a:prstGeom prst="rect">
            <a:avLst/>
          </a:prstGeom>
          <a:solidFill>
            <a:srgbClr val="007A9E"/>
          </a:solidFill>
          <a:ln>
            <a:noFill/>
          </a:ln>
        </p:spPr>
      </p:sp>
      <p:sp>
        <p:nvSpPr>
          <p:cNvPr id="159" name="Google Shape;159;p18"/>
          <p:cNvSpPr>
            <a:spLocks noGrp="1"/>
          </p:cNvSpPr>
          <p:nvPr>
            <p:ph type="pic" idx="3"/>
          </p:nvPr>
        </p:nvSpPr>
        <p:spPr>
          <a:xfrm>
            <a:off x="4293394" y="2024063"/>
            <a:ext cx="3600000" cy="1728787"/>
          </a:xfrm>
          <a:prstGeom prst="rect">
            <a:avLst/>
          </a:prstGeom>
          <a:solidFill>
            <a:srgbClr val="007A9E"/>
          </a:solidFill>
          <a:ln>
            <a:noFill/>
          </a:ln>
        </p:spPr>
      </p:sp>
      <p:sp>
        <p:nvSpPr>
          <p:cNvPr id="160" name="Google Shape;160;p18"/>
          <p:cNvSpPr>
            <a:spLocks noGrp="1"/>
          </p:cNvSpPr>
          <p:nvPr>
            <p:ph type="pic" idx="4"/>
          </p:nvPr>
        </p:nvSpPr>
        <p:spPr>
          <a:xfrm>
            <a:off x="476704" y="2024063"/>
            <a:ext cx="3600000" cy="1728787"/>
          </a:xfrm>
          <a:prstGeom prst="rect">
            <a:avLst/>
          </a:prstGeom>
          <a:solidFill>
            <a:srgbClr val="007A9E"/>
          </a:solidFill>
          <a:ln>
            <a:noFill/>
          </a:ln>
        </p:spPr>
      </p:sp>
      <p:sp>
        <p:nvSpPr>
          <p:cNvPr id="161" name="Google Shape;161;p18"/>
          <p:cNvSpPr txBox="1">
            <a:spLocks noGrp="1"/>
          </p:cNvSpPr>
          <p:nvPr>
            <p:ph type="dt" idx="10"/>
          </p:nvPr>
        </p:nvSpPr>
        <p:spPr>
          <a:xfrm>
            <a:off x="818403" y="643425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ftr" idx="11"/>
          </p:nvPr>
        </p:nvSpPr>
        <p:spPr>
          <a:xfrm>
            <a:off x="1972067" y="643425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5"/>
          </p:nvPr>
        </p:nvSpPr>
        <p:spPr>
          <a:xfrm>
            <a:off x="4293394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body" idx="6"/>
          </p:nvPr>
        </p:nvSpPr>
        <p:spPr>
          <a:xfrm>
            <a:off x="8112125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1A161B3C-4DEA-8CC2-40A4-5A0CA16951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65559268-D605-04E4-68C9-06F1C92DA7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2529" y="1006451"/>
            <a:ext cx="1459255" cy="973980"/>
          </a:xfrm>
          <a:prstGeom prst="rect">
            <a:avLst/>
          </a:prstGeom>
        </p:spPr>
      </p:pic>
      <p:sp>
        <p:nvSpPr>
          <p:cNvPr id="5" name="Google Shape;134;p15">
            <a:extLst>
              <a:ext uri="{FF2B5EF4-FFF2-40B4-BE49-F238E27FC236}">
                <a16:creationId xmlns:a16="http://schemas.microsoft.com/office/drawing/2014/main" id="{0DE01C98-EDAF-C75C-A07C-6D54FA668D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 ohne Bildern" userDrawn="1">
  <p:cSld name="Topics ohne Bilder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659724" y="2049779"/>
            <a:ext cx="3420000" cy="397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2"/>
          </p:nvPr>
        </p:nvSpPr>
        <p:spPr>
          <a:xfrm>
            <a:off x="4470969" y="2049779"/>
            <a:ext cx="3420000" cy="397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3"/>
          </p:nvPr>
        </p:nvSpPr>
        <p:spPr>
          <a:xfrm>
            <a:off x="8282214" y="2049779"/>
            <a:ext cx="3420000" cy="397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174" name="Google Shape;174;p19"/>
          <p:cNvCxnSpPr/>
          <p:nvPr/>
        </p:nvCxnSpPr>
        <p:spPr>
          <a:xfrm>
            <a:off x="482148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5" name="Google Shape;175;p19"/>
          <p:cNvCxnSpPr/>
          <p:nvPr/>
        </p:nvCxnSpPr>
        <p:spPr>
          <a:xfrm>
            <a:off x="4293394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6" name="Google Shape;176;p19"/>
          <p:cNvCxnSpPr/>
          <p:nvPr/>
        </p:nvCxnSpPr>
        <p:spPr>
          <a:xfrm>
            <a:off x="8112125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7" name="Google Shape;177;p19"/>
          <p:cNvSpPr txBox="1">
            <a:spLocks noGrp="1"/>
          </p:cNvSpPr>
          <p:nvPr>
            <p:ph type="dt" idx="10"/>
          </p:nvPr>
        </p:nvSpPr>
        <p:spPr>
          <a:xfrm>
            <a:off x="818403" y="643425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ftr" idx="11"/>
          </p:nvPr>
        </p:nvSpPr>
        <p:spPr>
          <a:xfrm>
            <a:off x="1972067" y="643425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440CD5CE-2559-B4BA-9CC9-5D0C2ACD86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07E29C0B-DCD5-7541-0976-477AB55E9F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2529" y="1006451"/>
            <a:ext cx="1459255" cy="973980"/>
          </a:xfrm>
          <a:prstGeom prst="rect">
            <a:avLst/>
          </a:prstGeom>
        </p:spPr>
      </p:pic>
      <p:sp>
        <p:nvSpPr>
          <p:cNvPr id="3" name="Google Shape;134;p15">
            <a:extLst>
              <a:ext uri="{FF2B5EF4-FFF2-40B4-BE49-F238E27FC236}">
                <a16:creationId xmlns:a16="http://schemas.microsoft.com/office/drawing/2014/main" id="{22E8A514-8E80-9DEB-F599-FD0E4844B4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arbiger Hintergrund" userDrawn="1">
  <p:cSld name="Farbiger Hintergrund"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>
            <a:spLocks noGrp="1"/>
          </p:cNvSpPr>
          <p:nvPr>
            <p:ph type="pic" idx="2"/>
          </p:nvPr>
        </p:nvSpPr>
        <p:spPr>
          <a:xfrm>
            <a:off x="442913" y="1598686"/>
            <a:ext cx="11269662" cy="4746552"/>
          </a:xfrm>
          <a:prstGeom prst="rect">
            <a:avLst/>
          </a:prstGeom>
          <a:solidFill>
            <a:schemeClr val="bg1"/>
          </a:solidFill>
          <a:ln>
            <a:noFill/>
          </a:ln>
        </p:spPr>
      </p:sp>
      <p:sp>
        <p:nvSpPr>
          <p:cNvPr id="184" name="Google Shape;184;p20"/>
          <p:cNvSpPr txBox="1">
            <a:spLocks noGrp="1"/>
          </p:cNvSpPr>
          <p:nvPr>
            <p:ph type="body" idx="1"/>
          </p:nvPr>
        </p:nvSpPr>
        <p:spPr>
          <a:xfrm>
            <a:off x="7908925" y="1781246"/>
            <a:ext cx="4283075" cy="400367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252000" tIns="180000" rIns="468000" bIns="180000" anchor="t" anchorCtr="0">
            <a:noAutofit/>
          </a:bodyPr>
          <a:lstStyle>
            <a:lvl1pPr marL="457200" lvl="0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5306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6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8571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34417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2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20"/>
          <p:cNvSpPr txBox="1">
            <a:spLocks noGrp="1"/>
          </p:cNvSpPr>
          <p:nvPr>
            <p:ph type="dt" idx="10"/>
          </p:nvPr>
        </p:nvSpPr>
        <p:spPr>
          <a:xfrm>
            <a:off x="4216923" y="6419198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6" name="Google Shape;186;p20"/>
          <p:cNvSpPr txBox="1">
            <a:spLocks noGrp="1"/>
          </p:cNvSpPr>
          <p:nvPr>
            <p:ph type="ftr" idx="11"/>
          </p:nvPr>
        </p:nvSpPr>
        <p:spPr>
          <a:xfrm>
            <a:off x="5370587" y="6419198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sldNum" idx="12"/>
          </p:nvPr>
        </p:nvSpPr>
        <p:spPr>
          <a:xfrm>
            <a:off x="11531078" y="641919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2D6E7480-AEB2-8D62-6FCF-C7068FEE74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19F5DB62-195F-FD6E-5619-1A35B4AE8B1D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3FDAC246-403F-9041-17EC-DB4B9AFCBA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4;p15">
            <a:extLst>
              <a:ext uri="{FF2B5EF4-FFF2-40B4-BE49-F238E27FC236}">
                <a16:creationId xmlns:a16="http://schemas.microsoft.com/office/drawing/2014/main" id="{6B2CD45F-A9E2-0E11-694A-035C17EE79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213" y="616823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 i="0" cap="all" baseline="0">
                <a:solidFill>
                  <a:schemeClr val="bg2">
                    <a:lumMod val="50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019174" y="484414"/>
            <a:ext cx="10514014" cy="120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lang="de-DE"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019174" y="1690688"/>
            <a:ext cx="10514014" cy="465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7084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3020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AutoNum type="arabicPeriod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22860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60679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2" name="Google Shape;139;p16">
            <a:extLst>
              <a:ext uri="{FF2B5EF4-FFF2-40B4-BE49-F238E27FC236}">
                <a16:creationId xmlns:a16="http://schemas.microsoft.com/office/drawing/2014/main" id="{A789452D-3A50-1B2E-F5D6-219636FC1D52}"/>
              </a:ext>
            </a:extLst>
          </p:cNvPr>
          <p:cNvSpPr txBox="1">
            <a:spLocks noGrp="1"/>
          </p:cNvSpPr>
          <p:nvPr>
            <p:ph type="dt" idx="2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3" name="Google Shape;140;p16">
            <a:extLst>
              <a:ext uri="{FF2B5EF4-FFF2-40B4-BE49-F238E27FC236}">
                <a16:creationId xmlns:a16="http://schemas.microsoft.com/office/drawing/2014/main" id="{81F1450C-FC39-BA3C-9C56-02766FBE43E4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8" r:id="rId2"/>
    <p:sldLayoutId id="2147483695" r:id="rId3"/>
    <p:sldLayoutId id="2147483697" r:id="rId4"/>
    <p:sldLayoutId id="2147483699" r:id="rId5"/>
    <p:sldLayoutId id="2147483710" r:id="rId6"/>
    <p:sldLayoutId id="2147483712" r:id="rId7"/>
    <p:sldLayoutId id="2147483701" r:id="rId8"/>
    <p:sldLayoutId id="2147483673" r:id="rId9"/>
    <p:sldLayoutId id="2147483685" r:id="rId10"/>
    <p:sldLayoutId id="2147483674" r:id="rId11"/>
    <p:sldLayoutId id="2147483696" r:id="rId12"/>
    <p:sldLayoutId id="2147483698" r:id="rId13"/>
    <p:sldLayoutId id="2147483700" r:id="rId14"/>
    <p:sldLayoutId id="2147483711" r:id="rId15"/>
    <p:sldLayoutId id="2147483702" r:id="rId16"/>
    <p:sldLayoutId id="2147483688" r:id="rId17"/>
    <p:sldLayoutId id="2147483703" r:id="rId18"/>
    <p:sldLayoutId id="2147483684" r:id="rId19"/>
    <p:sldLayoutId id="2147483679" r:id="rId20"/>
    <p:sldLayoutId id="2147483682" r:id="rId21"/>
    <p:sldLayoutId id="2147483680" r:id="rId22"/>
    <p:sldLayoutId id="2147483681" r:id="rId23"/>
    <p:sldLayoutId id="2147483689" r:id="rId24"/>
    <p:sldLayoutId id="2147483690" r:id="rId25"/>
    <p:sldLayoutId id="2147483691" r:id="rId26"/>
    <p:sldLayoutId id="2147483692" r:id="rId27"/>
    <p:sldLayoutId id="2147483693" r:id="rId28"/>
    <p:sldLayoutId id="2147483694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653" r:id="rId35"/>
    <p:sldLayoutId id="2147483654" r:id="rId36"/>
    <p:sldLayoutId id="2147483709" r:id="rId37"/>
    <p:sldLayoutId id="2147483652" r:id="rId38"/>
    <p:sldLayoutId id="2147483686" r:id="rId39"/>
    <p:sldLayoutId id="2147483655" r:id="rId40"/>
    <p:sldLayoutId id="2147483656" r:id="rId41"/>
    <p:sldLayoutId id="2147483657" r:id="rId42"/>
    <p:sldLayoutId id="2147483658" r:id="rId43"/>
    <p:sldLayoutId id="2147483660" r:id="rId44"/>
    <p:sldLayoutId id="2147483661" r:id="rId45"/>
    <p:sldLayoutId id="2147483662" r:id="rId46"/>
    <p:sldLayoutId id="2147483663" r:id="rId47"/>
    <p:sldLayoutId id="2147483664" r:id="rId48"/>
    <p:sldLayoutId id="2147483665" r:id="rId49"/>
    <p:sldLayoutId id="2147483666" r:id="rId5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200" b="1" i="0" u="none" strike="noStrike" cap="all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orient="horz" pos="4201">
          <p15:clr>
            <a:srgbClr val="F26B43"/>
          </p15:clr>
        </p15:guide>
        <p15:guide id="3" pos="72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Errate die Zahl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234440"/>
            <a:ext cx="10789920" cy="36576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Wie viele Aussagen stecken in jedem Text?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737360"/>
            <a:ext cx="548640" cy="1341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5A6065"/>
                </a:solidFill>
                <a:latin typeface="Verdana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737360"/>
            <a:ext cx="10149840" cy="1341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Die Anforderungen müssen dokumentiert werden, damit sie identifiziert und bei Planung, Betrieb und Beschaffung berücksichtigt werden können.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30784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3078480"/>
            <a:ext cx="548640" cy="1341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5A6065"/>
                </a:solidFill>
                <a:latin typeface="Verdan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3078480"/>
            <a:ext cx="10149840" cy="1341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Ohne verbindliche Passwortregeln besteht die Gefahr schwacher oder mehrfach genutzter Passwörter, die leicht kompromittiert werden können.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441960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419600"/>
            <a:ext cx="548640" cy="1341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5A6065"/>
                </a:solidFill>
                <a:latin typeface="Verdana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4419600"/>
            <a:ext cx="10149840" cy="1341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Ausgabe und Entzug von Zutritts-, Zugangs- und Zugriffsmitteln sind zu dokumentieren und bei Kompromittierung sofort zu ersetzen.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5897880"/>
            <a:ext cx="3657600" cy="36576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menti.com, Code 7946 2006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Was ist eine Aussage?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325880"/>
            <a:ext cx="265176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Alltag, ganz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47288" y="1325880"/>
            <a:ext cx="804672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Eine Aussage ist ein Satz, der etwas feststellt.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2377439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77439"/>
            <a:ext cx="265176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Alltag, feiner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7288" y="2377439"/>
            <a:ext cx="804672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Jeder Teilsatz, der etwas feststellt, ist eine Aussage: Hauptsatz und Nebensatz zählen getrennt.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3428999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428999"/>
            <a:ext cx="265176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Logik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428999"/>
            <a:ext cx="804672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Eine Aussage ist etwas, das für sich allein wahr oder falsch sein kann. Jedes Element einer Aufzählung zählt für jede Handlung, zu der es gehört.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4480559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480559"/>
            <a:ext cx="265176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Arbeitsdefinition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4480559"/>
            <a:ext cx="8046720" cy="10515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Eine Aussage ist der kleinste Teil der Referenzantwort, der sich an einer Stelle im Kompendium prüfen lässt.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Arbeitsdefinition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371600"/>
            <a:ext cx="10789920" cy="10972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212427"/>
                </a:solidFill>
                <a:latin typeface="Verdana"/>
              </a:rPr>
              <a:t>Eine Aussage ist der kleinste Teil der Referenzantwort, der sich an einer Stelle im Kompendium prüfen lässt.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260604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788920"/>
            <a:ext cx="45720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6065"/>
                </a:solidFill>
                <a:latin typeface="Verdan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788920"/>
            <a:ext cx="1024128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Jede Handlung (dokumentieren, ersetzen) ist eine eigene Aussage.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520439"/>
            <a:ext cx="45720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6065"/>
                </a:solidFill>
                <a:latin typeface="Verdan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3520439"/>
            <a:ext cx="1024128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Jede Begründung (weil, da) und jeder Zweck (damit, um zu) ist eine eigene Aussage.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251960"/>
            <a:ext cx="45720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6065"/>
                </a:solidFill>
                <a:latin typeface="Verdan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4251960"/>
            <a:ext cx="1024128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Eine Aufzählung, die das Kompendium als eine Liste nennt, bleibt eine Aussage.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983480"/>
            <a:ext cx="45720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5A6065"/>
                </a:solidFill>
                <a:latin typeface="Verdan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4983480"/>
            <a:ext cx="1024128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Wiederholungen und Füllwörter zählen nicht.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Beispiel A: Wie viele Aussagen?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188720"/>
            <a:ext cx="10789920" cy="6858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12427"/>
                </a:solidFill>
                <a:latin typeface="Verdana"/>
              </a:rPr>
              <a:t>Die Anforderungen müssen dokumentiert werden, damit sie identifiziert und bei Planung, Betrieb und Beschaffung berücksichtigt werden können.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192024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65960"/>
            <a:ext cx="210312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Alltag, ganz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1965960"/>
            <a:ext cx="758952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der ganze Satz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9608" y="1965960"/>
            <a:ext cx="91440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242316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423160"/>
            <a:ext cx="210312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Alltag, feiner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423160"/>
            <a:ext cx="758952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1) Die Anforderungen müssen dokumentiert werden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2) damit sie identifiziert und bei Planung, Betrieb und Beschaffung berücksichtigt werden können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9608" y="2423160"/>
            <a:ext cx="91440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31546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154680"/>
            <a:ext cx="210312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Logik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154680"/>
            <a:ext cx="758952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1) Die Anforderungen müssen dokumentiert werden.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2) Dokumentierte Anforderungen können identifiziert werden.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3) Dokumentierte Anforderungen können bei der Planung berücksichtigt werden.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4) ... beim Betrieb ...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5) ... bei der Beschaffung 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9608" y="3154680"/>
            <a:ext cx="91440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" y="470916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709160"/>
            <a:ext cx="210312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Arbeitsdefinition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4709160"/>
            <a:ext cx="758952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1) Anforderungen müssen dokumentiert werden.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2) Zweck: Anforderungen identifizieren.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3) Zweck: bei der Planung berücksichtigen.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4) Zweck: beim Betrieb berücksichtigen.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5) Zweck: bei der Beschaffung berücksichtigen.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9608" y="4709160"/>
            <a:ext cx="91440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56692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Beispiel B: Wie viele Aussagen?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188720"/>
            <a:ext cx="10789920" cy="6858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12427"/>
                </a:solidFill>
                <a:latin typeface="Verdana"/>
              </a:rPr>
              <a:t>Ohne verbindliche Passwortregeln besteht die Gefahr schwacher oder mehrfach genutzter Passwörter, die leicht kompromittiert werden können.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192024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65960"/>
            <a:ext cx="210312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Alltag, ganz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1965960"/>
            <a:ext cx="758952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der ganze Satz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9608" y="1965960"/>
            <a:ext cx="91440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242316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423160"/>
            <a:ext cx="210312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Alltag, feiner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423160"/>
            <a:ext cx="758952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1) Ohne verbindliche Passwortregeln besteht die Gefahr schwacher oder mehrfach genutzter Passwörter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2) die leicht kompromittiert werden können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9608" y="2423160"/>
            <a:ext cx="91440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31546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154680"/>
            <a:ext cx="210312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Logik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154680"/>
            <a:ext cx="758952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1) Ohne verbindliche Passwortregeln besteht die Gefahr schwacher Passwörter.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2) Ohne verbindliche Passwortregeln besteht die Gefahr mehrfach genutzter Passwörter.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3) Schwache Passwörter können leicht kompromittiert werden.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12427"/>
                </a:solidFill>
                <a:latin typeface="Verdana"/>
              </a:rPr>
              <a:t>4) Mehrfach genutzte Passwörter können leicht kompromittiert werden.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9608" y="3154680"/>
            <a:ext cx="91440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" y="470916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709160"/>
            <a:ext cx="210312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Arbeitsdefinition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4709160"/>
            <a:ext cx="758952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1) Ohne Passwortregeln: Gefahr schwacher Passwörter.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2) Ohne Passwortregeln: Gefahr mehrfach genutzter Passwörter.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3) Schwache oder mehrfach genutzte Passwörter sind leicht zu kompromittieren.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9608" y="4709160"/>
            <a:ext cx="91440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56692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Beispiel C: Wie viele Aussagen?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188720"/>
            <a:ext cx="10789920" cy="6858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12427"/>
                </a:solidFill>
                <a:latin typeface="Verdana"/>
              </a:rPr>
              <a:t>Ausgabe und Entzug von Zutritts-, Zugangs- und Zugriffsmitteln sind zu dokumentieren und bei Kompromittierung sofort zu ersetzen.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192024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65960"/>
            <a:ext cx="210312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Alltag, ganz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1965960"/>
            <a:ext cx="758952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der ganze Satz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9608" y="1965960"/>
            <a:ext cx="914400" cy="45720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242316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423160"/>
            <a:ext cx="210312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Alltag, feiner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423160"/>
            <a:ext cx="758952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1) Ausgabe und Entzug von Zutritts-, Zugangs- und Zugriffsmitteln sind zu dokumentieren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2) und bei Kompromittierung sofort zu ersetzen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9608" y="2423160"/>
            <a:ext cx="91440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31546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154680"/>
            <a:ext cx="210312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Logik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154680"/>
            <a:ext cx="758952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1) Die Ausgabe von Zutrittsmitteln ist zu dokumentieren.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2) ... Zugangsmitteln ...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3) ... Zugriffsmitteln ...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4) Der Entzug von Zutrittsmitteln ist zu dokumentieren.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5) ... Zugangsmitteln ...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6) ... Zugriffsmitteln ...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7) Zutrittsmittel sind bei Kompromittierung sofort zu ersetzen.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8) Zugangsmittel ...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212427"/>
                </a:solidFill>
                <a:latin typeface="Verdana"/>
              </a:rPr>
              <a:t>9) Zugriffsmittel 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9608" y="3154680"/>
            <a:ext cx="914400" cy="15544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" y="470916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709160"/>
            <a:ext cx="210312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Arbeitsdefinition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4709160"/>
            <a:ext cx="758952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1) Die Ausgabe von Zutritts-, Zugangs- und Zugriffsmitteln ist zu dokumentieren.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2) Der Entzug von Zutritts-, Zugangs- und Zugriffsmitteln ist zu dokumentieren.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212427"/>
                </a:solidFill>
                <a:latin typeface="Verdana"/>
              </a:rPr>
              <a:t>3) Zutritts-, Zugangs- und Zugriffsmittel sind bei Kompromittierung sofort zu ersetzen.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9608" y="4709160"/>
            <a:ext cx="914400" cy="9601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0">
                <a:solidFill>
                  <a:srgbClr val="5A6065"/>
                </a:solidFill>
                <a:latin typeface="Verdana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56692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Errate die Zahl, Runde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234440"/>
            <a:ext cx="10789920" cy="45720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12427"/>
                </a:solidFill>
                <a:latin typeface="Verdana"/>
              </a:rPr>
              <a:t>Eine Aussage ist der kleinste Teil der Referenzantwort, der sich an einer Stelle im Kompendium prüfen lässt.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691640"/>
            <a:ext cx="10789920" cy="114300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065"/>
                </a:solidFill>
                <a:latin typeface="Verdana"/>
              </a:rPr>
              <a:t>1. Jede Handlung (dokumentieren, ersetzen) ist eine eigene Aussage.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065"/>
                </a:solidFill>
                <a:latin typeface="Verdana"/>
              </a:rPr>
              <a:t>2. Jede Begründung (weil, da) und jeder Zweck (damit, um zu) ist eine eigene Aussage.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065"/>
                </a:solidFill>
                <a:latin typeface="Verdana"/>
              </a:rPr>
              <a:t>3. Eine Aufzählung, die das Kompendium als eine Liste nennt, bleibt eine Aussage.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A6065"/>
                </a:solidFill>
                <a:latin typeface="Verdana"/>
              </a:rPr>
              <a:t>4. Wiederholungen und Füllwörter zählen nicht.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29260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063240"/>
            <a:ext cx="548640" cy="8991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5A6065"/>
                </a:solidFill>
                <a:latin typeface="Verdana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3063240"/>
            <a:ext cx="10149840" cy="8991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12427"/>
                </a:solidFill>
                <a:latin typeface="Verdana"/>
              </a:rPr>
              <a:t>Die Anforderungen müssen dokumentiert werden, damit sie identifiziert und bei Planung, Betrieb und Beschaffung berücksichtigt werden können.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3962399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962399"/>
            <a:ext cx="548640" cy="8991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5A6065"/>
                </a:solidFill>
                <a:latin typeface="Verdana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3962399"/>
            <a:ext cx="10149840" cy="8991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12427"/>
                </a:solidFill>
                <a:latin typeface="Verdana"/>
              </a:rPr>
              <a:t>Ohne verbindliche Passwortregeln besteht die Gefahr schwacher oder mehrfach genutzter Passwörter, die leicht kompromittiert werden können.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486156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861560"/>
            <a:ext cx="548640" cy="8991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5A6065"/>
                </a:solidFill>
                <a:latin typeface="Verdana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4861560"/>
            <a:ext cx="10149840" cy="89916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12427"/>
                </a:solidFill>
                <a:latin typeface="Verdana"/>
              </a:rPr>
              <a:t>Ausgabe und Entzug von Zutritts-, Zugangs- und Zugriffsmitteln sind zu dokumentieren und bei Kompromittierung sofort zu ersetzen.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5897880"/>
            <a:ext cx="3657600" cy="36576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menti.com, Code 7946 2006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b="0" sz="2800" cap="none">
                <a:solidFill>
                  <a:srgbClr val="212427"/>
                </a:solidFill>
                <a:latin typeface="Verdana"/>
              </a:rPr>
              <a:t>Was RAGAS dem Richter sagt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115568"/>
            <a:ext cx="609600" cy="38100"/>
          </a:xfrm>
          <a:prstGeom prst="rect">
            <a:avLst/>
          </a:prstGeom>
          <a:solidFill>
            <a:srgbClr val="B10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280160"/>
            <a:ext cx="10789920" cy="36576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065"/>
                </a:solidFill>
                <a:latin typeface="Verdana"/>
              </a:rPr>
              <a:t>Die Anweisung an den Richter, wörtlich: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645920"/>
            <a:ext cx="10789920" cy="73152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Given a context, and an answer, analyze each statement in the answer and classify if the statement can be attributed to the given context or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2468880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560320"/>
            <a:ext cx="10789920" cy="41148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Keine Definition. Der Richter entscheidet selbst, was eine Aussage 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17520"/>
            <a:ext cx="10789920" cy="640080"/>
          </a:xfrm>
          <a:prstGeom prst="rect">
            <a:avLst/>
          </a:prstGeom>
          <a:noFill/>
          <a:effectLst/>
        </p:spPr>
        <p:txBody>
          <a:bodyPr wrap="square" anchor="ctr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065"/>
                </a:solidFill>
                <a:latin typeface="Verdana"/>
              </a:rPr>
              <a:t>Unternehmen können sich für Pilotprojekte bewerben und erhalten 2-3 Tage pro Woche aktive Projektbegleitung, um gemeinsam einen Prototypen zu entwickeln. Dabei können sie auch die Recheninfrastruktur nutzen.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3749039"/>
            <a:ext cx="10789920" cy="9525"/>
          </a:xfrm>
          <a:prstGeom prst="rect">
            <a:avLst/>
          </a:prstGeom>
          <a:solidFill>
            <a:srgbClr val="D6D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840480"/>
            <a:ext cx="5303520" cy="41148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gpt-oss-120b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251960"/>
            <a:ext cx="5303520" cy="54864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5A6065"/>
                </a:solidFill>
                <a:latin typeface="Verdana"/>
              </a:rPr>
              <a:t>2 Aussagen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800600"/>
            <a:ext cx="5303520" cy="36576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065"/>
                </a:solidFill>
                <a:latin typeface="Verdana"/>
              </a:rPr>
              <a:t>zerlegt meist je Satz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3840480"/>
            <a:ext cx="5303520" cy="41148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12427"/>
                </a:solidFill>
                <a:latin typeface="Verdana"/>
              </a:rPr>
              <a:t>llama-3-3-70b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4251960"/>
            <a:ext cx="5303520" cy="54864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5A6065"/>
                </a:solidFill>
                <a:latin typeface="Verdana"/>
              </a:rPr>
              <a:t>4 Aussagen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4800600"/>
            <a:ext cx="5303520" cy="36576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065"/>
                </a:solidFill>
                <a:latin typeface="Verdana"/>
              </a:rPr>
              <a:t>zerlegt feiner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257800"/>
            <a:ext cx="10789920" cy="365760"/>
          </a:xfrm>
          <a:prstGeom prst="rect">
            <a:avLst/>
          </a:prstGeom>
          <a:noFill/>
          <a:effectLst/>
        </p:spPr>
        <p:txBody>
          <a:bodyPr wrap="square" anchor="t" lIns="36576" rIns="36576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065"/>
                </a:solidFill>
                <a:latin typeface="Verdana"/>
              </a:rPr>
              <a:t>Dieselbe Referenzantwort aus Notebook 2, Abschnitt E b. Der Nenner von Context Recall hängt davon ab, wer zerlegt.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PI">
  <a:themeElements>
    <a:clrScheme name="Benutzerdefiniert 3">
      <a:dk1>
        <a:srgbClr val="5A6065"/>
      </a:dk1>
      <a:lt1>
        <a:srgbClr val="FFFFFF"/>
      </a:lt1>
      <a:dk2>
        <a:srgbClr val="5A6065"/>
      </a:dk2>
      <a:lt2>
        <a:srgbClr val="FFFFFF"/>
      </a:lt2>
      <a:accent1>
        <a:srgbClr val="B1063A"/>
      </a:accent1>
      <a:accent2>
        <a:srgbClr val="DD6108"/>
      </a:accent2>
      <a:accent3>
        <a:srgbClr val="F6A800"/>
      </a:accent3>
      <a:accent4>
        <a:srgbClr val="007A9E"/>
      </a:accent4>
      <a:accent5>
        <a:srgbClr val="18E979"/>
      </a:accent5>
      <a:accent6>
        <a:srgbClr val="8B9094"/>
      </a:accent6>
      <a:hlink>
        <a:srgbClr val="F6A800"/>
      </a:hlink>
      <a:folHlink>
        <a:srgbClr val="DD6108"/>
      </a:folHlink>
    </a:clrScheme>
    <a:fontScheme name="AISC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Breitbild</PresentationFormat>
  <Paragraphs>5</Paragraphs>
  <Slides>8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Verdana</vt:lpstr>
      <vt:lpstr>HPI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Kohlmeyer, Lasse</dc:creator>
  <cp:lastModifiedBy>Kohlmeyer, Lasse</cp:lastModifiedBy>
  <cp:revision>21</cp:revision>
  <dcterms:modified xsi:type="dcterms:W3CDTF">2026-08-20T14:19:48Z</dcterms:modified>
</cp:coreProperties>
</file>