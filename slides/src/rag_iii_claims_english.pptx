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67" r:id="rId1"/>
  </p:sldMasterIdLst>
  <p:notesMasterIdLst>
    <p:notesMasterId r:id="rId10"/>
  </p:notesMasterIdLst>
  <p:handoutMasterIdLst>
    <p:handoutMasterId r:id="rId11"/>
  </p:handoutMasterIdLst>
  <p:sldIdLst>
    <p:sldId id="256" r:id="rId8"/>
    <p:sldId id="257" r:id="rId9"/>
    <p:sldId id="258" r:id="rId7"/>
    <p:sldId id="259" r:id="rId6"/>
    <p:sldId id="260" r:id="rId5"/>
    <p:sldId id="261" r:id="rId4"/>
    <p:sldId id="262" r:id="rId3"/>
    <p:sldId id="263" r:id="rId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C580"/>
    <a:srgbClr val="007A9E"/>
    <a:srgbClr val="B1063A"/>
    <a:srgbClr val="F6A800"/>
    <a:srgbClr val="18E797"/>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32"/>
    <p:restoredTop sz="94665"/>
  </p:normalViewPr>
  <p:slideViewPr>
    <p:cSldViewPr snapToGrid="0">
      <p:cViewPr varScale="1">
        <p:scale>
          <a:sx n="108" d="100"/>
          <a:sy n="108" d="100"/>
        </p:scale>
        <p:origin x="62" y="134"/>
      </p:cViewPr>
      <p:guideLst>
        <p:guide orient="horz" pos="2160"/>
        <p:guide pos="3840"/>
      </p:guideLst>
    </p:cSldViewPr>
  </p:slideViewPr>
  <p:notesTextViewPr>
    <p:cViewPr>
      <p:scale>
        <a:sx n="1" d="1"/>
        <a:sy n="1" d="1"/>
      </p:scale>
      <p:origin x="0" y="0"/>
    </p:cViewPr>
  </p:notesTextViewPr>
  <p:notesViewPr>
    <p:cSldViewPr snapToGrid="0">
      <p:cViewPr varScale="1">
        <p:scale>
          <a:sx n="121" d="100"/>
          <a:sy n="121" d="100"/>
        </p:scale>
        <p:origin x="4164"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FEC12233-42E3-BCF6-904D-3837B15E2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BC0507-4319-6E48-86C4-FB29BF2958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EA22D8D-A38A-4E73-8A50-D9155A9F6B37}" type="datetimeFigureOut">
              <a:rPr lang="de-DE" smtClean="0"/>
              <a:t>20.08.2026</a:t>
            </a:fld>
            <a:endParaRPr lang="de-DE"/>
          </a:p>
        </p:txBody>
      </p:sp>
      <p:sp>
        <p:nvSpPr>
          <p:cNvPr id="4" name="Fußzeilenplatzhalter 3">
            <a:extLst>
              <a:ext uri="{FF2B5EF4-FFF2-40B4-BE49-F238E27FC236}">
                <a16:creationId xmlns:a16="http://schemas.microsoft.com/office/drawing/2014/main" id="{3C421255-D7CA-62E5-D227-9FADC5710D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17726FB-131F-52B1-56D6-4DB1DF2D31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4CFDBFB-1AF6-40BB-B54E-A579A4352E23}" type="slidenum">
              <a:rPr lang="de-DE" smtClean="0"/>
              <a:t>‹Nr.›</a:t>
            </a:fld>
            <a:endParaRPr lang="de-DE"/>
          </a:p>
        </p:txBody>
      </p:sp>
    </p:spTree>
    <p:extLst>
      <p:ext uri="{BB962C8B-B14F-4D97-AF65-F5344CB8AC3E}">
        <p14:creationId xmlns:p14="http://schemas.microsoft.com/office/powerpoint/2010/main" val="29599894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‹Nr.›</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microsoft.com/office/2007/relationships/hdphoto" Target="../media/hdphoto1.wdp"/><Relationship Id="rId6"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microsoft.com/office/2007/relationships/hdphoto" Target="../media/hdphoto2.wdp"/><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3.wdp"/><Relationship Id="rId4" Type="http://schemas.openxmlformats.org/officeDocument/2006/relationships/image" Target="../media/image3.png"/><Relationship Id="rId5"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elfolie">
  <p:cSld name="Titelfolie">
    <p:bg>
      <p:bgPr>
        <a:solidFill>
          <a:schemeClr val="lt1"/>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18" name="Google Shape;18;p2"/>
          <p:cNvPicPr preferRelativeResize="0"/>
          <p:nvPr/>
        </p:nvPicPr>
        <p:blipFill rotWithShape="1">
          <a:blip r:embed="rId2">
            <a:alphaModFix/>
          </a:blip>
          <a:srcRect/>
          <a:stretch/>
        </p:blipFill>
        <p:spPr>
          <a:xfrm>
            <a:off x="465589" y="5734050"/>
            <a:ext cx="2229230" cy="828000"/>
          </a:xfrm>
          <a:prstGeom prst="rect">
            <a:avLst/>
          </a:prstGeom>
          <a:noFill/>
          <a:ln>
            <a:noFill/>
          </a:ln>
        </p:spPr>
      </p:pic>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0" name="Google Shape;20;p2"/>
          <p:cNvPicPr preferRelativeResize="0"/>
          <p:nvPr/>
        </p:nvPicPr>
        <p:blipFill rotWithShape="1">
          <a:blip r:embed="rId2">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1" name="Google Shape;21;p2"/>
          <p:cNvPicPr preferRelativeResize="0"/>
          <p:nvPr/>
        </p:nvPicPr>
        <p:blipFill rotWithShape="1">
          <a:blip r:embed="rId3">
            <a:alphaModFix/>
            <a:duotone>
              <a:prstClr val="black"/>
              <a:schemeClr val="accent4">
                <a:tint val="45000"/>
                <a:satMod val="400000"/>
              </a:schemeClr>
            </a:duotone>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pic>
        <p:nvPicPr>
          <p:cNvPr id="3" name="Grafik 2" descr="Ein Bild, das Text, Schrift, Screenshot, Grafiken enthält.&#10;&#10;KI-generierte Inhalte können fehlerhaft sein.">
            <a:extLst>
              <a:ext uri="{FF2B5EF4-FFF2-40B4-BE49-F238E27FC236}">
                <a16:creationId xmlns:a16="http://schemas.microsoft.com/office/drawing/2014/main" id="{E81DAFF2-0889-E0F9-8F38-135A72BA98BE}"/>
              </a:ext>
            </a:extLst>
          </p:cNvPr>
          <p:cNvPicPr>
            <a:picLocks noChangeAspect="1"/>
          </p:cNvPicPr>
          <p:nvPr userDrawn="1"/>
        </p:nvPicPr>
        <p:blipFill>
          <a:blip r:embed="rId4"/>
          <a:stretch>
            <a:fillRect/>
          </a:stretch>
        </p:blipFill>
        <p:spPr>
          <a:xfrm>
            <a:off x="10026263" y="453524"/>
            <a:ext cx="1705178" cy="603083"/>
          </a:xfrm>
          <a:prstGeom prst="rect">
            <a:avLst/>
          </a:prstGeom>
        </p:spPr>
      </p:pic>
      <p:pic>
        <p:nvPicPr>
          <p:cNvPr id="8" name="Grafik 7" descr="Ein Bild, das Text, Schrift, Screenshot, Visitenkarte enthält.&#10;&#10;KI-generierte Inhalte können fehlerhaft sein.">
            <a:extLst>
              <a:ext uri="{FF2B5EF4-FFF2-40B4-BE49-F238E27FC236}">
                <a16:creationId xmlns:a16="http://schemas.microsoft.com/office/drawing/2014/main" id="{9ACFAC27-EC97-9C9F-2A5C-709764FCE5CE}"/>
              </a:ext>
            </a:extLst>
          </p:cNvPr>
          <p:cNvPicPr>
            <a:picLocks noChangeAspect="1"/>
          </p:cNvPicPr>
          <p:nvPr userDrawn="1"/>
        </p:nvPicPr>
        <p:blipFill>
          <a:blip r:embed="rId5"/>
          <a:stretch>
            <a:fillRect/>
          </a:stretch>
        </p:blipFill>
        <p:spPr>
          <a:xfrm>
            <a:off x="9998127" y="1208272"/>
            <a:ext cx="1705179" cy="113812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p:bg>
      <p:bgPr>
        <a:solidFill>
          <a:srgbClr val="007A9E"/>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134;p15">
            <a:extLst>
              <a:ext uri="{FF2B5EF4-FFF2-40B4-BE49-F238E27FC236}">
                <a16:creationId xmlns:a16="http://schemas.microsoft.com/office/drawing/2014/main" id="{CC4BE7D5-1352-5B00-5621-A958D5BE4FA5}"/>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775135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p:bg>
      <p:bgPr>
        <a:solidFill>
          <a:srgbClr val="18E797"/>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96834F11-6396-8BB9-7520-9DD3ADB01DAE}"/>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267D76-D5BA-6845-E3AB-2F4598ADC1F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5998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8781CD25-6811-018E-09CF-0BE31A58DCD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B9C4789-6EA7-5996-483E-221604B7C12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48527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p:bg>
      <p:bgPr>
        <a:solidFill>
          <a:schemeClr val="accent6"/>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39C02A8-790F-AD34-F688-7E805090288D}"/>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9493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F6A800"/>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50148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C43F7E7C-F701-8F61-B3B5-08D0160403F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B41CB449-ECAF-3764-43B6-A41BDE7EE50E}"/>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30527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p:bg>
      <p:bgPr>
        <a:solidFill>
          <a:srgbClr val="B1063A"/>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569934" y="0"/>
            <a:ext cx="11622066"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7" name="Google Shape;40;p4">
            <a:extLst>
              <a:ext uri="{FF2B5EF4-FFF2-40B4-BE49-F238E27FC236}">
                <a16:creationId xmlns:a16="http://schemas.microsoft.com/office/drawing/2014/main" id="{5F1BB485-FCF5-2D04-AFE5-6D2EFEF92CA8}"/>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7EF65610-C453-6A30-68F2-BD813F03B1D3}"/>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016818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Leer dunkel" preserve="1" userDrawn="1">
  <p:cSld name="Inhalt">
    <p:bg>
      <p:bgPr>
        <a:solidFill>
          <a:schemeClr val="bg1"/>
        </a:solidFill>
        <a:effectLst/>
      </p:bgPr>
    </p:bg>
    <p:spTree>
      <p:nvGrpSpPr>
        <p:cNvPr id="1" name="Shape 61"/>
        <p:cNvGrpSpPr/>
        <p:nvPr/>
      </p:nvGrpSpPr>
      <p:grpSpPr>
        <a:xfrm>
          <a:off x="0" y="0"/>
          <a:ext cx="0" cy="0"/>
          <a:chOff x="0" y="0"/>
          <a:chExt cx="0" cy="0"/>
        </a:xfrm>
      </p:grpSpPr>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23E18989-F6B4-6EF4-90C9-67F89F8042C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8" name="Google Shape;140;p16">
            <a:extLst>
              <a:ext uri="{FF2B5EF4-FFF2-40B4-BE49-F238E27FC236}">
                <a16:creationId xmlns:a16="http://schemas.microsoft.com/office/drawing/2014/main" id="{83E3C31D-BDFA-6851-61C1-8CC30E69A4D2}"/>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11" name="Grafik 10" descr="Ein Bild, das Text, Schrift, Screenshot, Grafiken enthält.&#10;&#10;KI-generierte Inhalte können fehlerhaft sein.">
            <a:extLst>
              <a:ext uri="{FF2B5EF4-FFF2-40B4-BE49-F238E27FC236}">
                <a16:creationId xmlns:a16="http://schemas.microsoft.com/office/drawing/2014/main" id="{4D57BB97-F3F1-3BBD-556F-68BD8167916A}"/>
              </a:ext>
            </a:extLst>
          </p:cNvPr>
          <p:cNvPicPr>
            <a:picLocks noChangeAspect="1"/>
          </p:cNvPicPr>
          <p:nvPr userDrawn="1"/>
        </p:nvPicPr>
        <p:blipFill>
          <a:blip r:embed="rId3"/>
          <a:stretch>
            <a:fillRect/>
          </a:stretch>
        </p:blipFill>
        <p:spPr>
          <a:xfrm>
            <a:off x="10224903" y="271341"/>
            <a:ext cx="1705178" cy="603083"/>
          </a:xfrm>
          <a:prstGeom prst="rect">
            <a:avLst/>
          </a:prstGeom>
        </p:spPr>
      </p:pic>
      <p:sp>
        <p:nvSpPr>
          <p:cNvPr id="12" name="Google Shape;24;p2">
            <a:extLst>
              <a:ext uri="{FF2B5EF4-FFF2-40B4-BE49-F238E27FC236}">
                <a16:creationId xmlns:a16="http://schemas.microsoft.com/office/drawing/2014/main" id="{9544BBB8-AABB-F348-E790-A025FC7097CF}"/>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0" name="Google Shape;40;p4">
            <a:extLst>
              <a:ext uri="{FF2B5EF4-FFF2-40B4-BE49-F238E27FC236}">
                <a16:creationId xmlns:a16="http://schemas.microsoft.com/office/drawing/2014/main" id="{BB194991-4909-0985-60EF-39F5D242E29D}"/>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5A040F92-419B-29C0-2C02-9665F52DF3F1}"/>
              </a:ext>
            </a:extLst>
          </p:cNvPr>
          <p:cNvSpPr txBox="1">
            <a:spLocks noGrp="1"/>
          </p:cNvSpPr>
          <p:nvPr>
            <p:ph type="title"/>
          </p:nvPr>
        </p:nvSpPr>
        <p:spPr>
          <a:xfrm>
            <a:off x="707721" y="260100"/>
            <a:ext cx="9446213"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882283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folie" preserve="1">
  <p:cSld name="Titelfolie dunkel">
    <p:bg>
      <p:bgPr>
        <a:solidFill>
          <a:schemeClr val="bg2"/>
        </a:solidFill>
        <a:effectLst/>
      </p:bgPr>
    </p:bg>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lang="de-DE" dirty="0"/>
          </a:p>
        </p:txBody>
      </p:sp>
      <p:sp>
        <p:nvSpPr>
          <p:cNvPr id="19" name="Google Shape;19;p2"/>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118181"/>
              </a:lnSpc>
              <a:spcBef>
                <a:spcPts val="0"/>
              </a:spcBef>
              <a:spcAft>
                <a:spcPts val="0"/>
              </a:spcAft>
              <a:buClr>
                <a:schemeClr val="dk1"/>
              </a:buClr>
              <a:buSzPts val="2200"/>
              <a:buNone/>
              <a:defRPr sz="22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21" name="Google Shape;21;p2"/>
          <p:cNvPicPr preferRelativeResize="0"/>
          <p:nvPr/>
        </p:nvPicPr>
        <p:blipFill rotWithShape="1">
          <a:blip r:embed="rId2">
            <a:alphaModFix/>
          </a:blip>
          <a:srcRect/>
          <a:stretch/>
        </p:blipFill>
        <p:spPr>
          <a:xfrm>
            <a:off x="5593831" y="3624398"/>
            <a:ext cx="7516383" cy="3483871"/>
          </a:xfrm>
          <a:prstGeom prst="rect">
            <a:avLst/>
          </a:prstGeom>
          <a:noFill/>
          <a:ln>
            <a:noFill/>
          </a:ln>
        </p:spPr>
      </p:pic>
      <p:sp>
        <p:nvSpPr>
          <p:cNvPr id="22" name="Google Shape;22;p2"/>
          <p:cNvSpPr txBox="1">
            <a:spLocks noGrp="1"/>
          </p:cNvSpPr>
          <p:nvPr>
            <p:ph type="dt" idx="10"/>
          </p:nvPr>
        </p:nvSpPr>
        <p:spPr>
          <a:xfrm>
            <a:off x="4186443" y="6416504"/>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23" name="Google Shape;23;p2"/>
          <p:cNvSpPr txBox="1">
            <a:spLocks noGrp="1"/>
          </p:cNvSpPr>
          <p:nvPr>
            <p:ph type="ftr" idx="11"/>
          </p:nvPr>
        </p:nvSpPr>
        <p:spPr>
          <a:xfrm>
            <a:off x="5340107" y="6416504"/>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4" name="Grafik 3">
            <a:extLst>
              <a:ext uri="{FF2B5EF4-FFF2-40B4-BE49-F238E27FC236}">
                <a16:creationId xmlns:a16="http://schemas.microsoft.com/office/drawing/2014/main" id="{A0E3660A-1D0C-8A16-64A4-473D6A33D539}"/>
              </a:ext>
            </a:extLst>
          </p:cNvPr>
          <p:cNvPicPr>
            <a:picLocks noChangeAspect="1"/>
          </p:cNvPicPr>
          <p:nvPr userDrawn="1"/>
        </p:nvPicPr>
        <p:blipFill>
          <a:blip r:embed="rId3"/>
          <a:stretch>
            <a:fillRect/>
          </a:stretch>
        </p:blipFill>
        <p:spPr>
          <a:xfrm>
            <a:off x="10004523" y="446444"/>
            <a:ext cx="1726918" cy="610163"/>
          </a:xfrm>
          <a:prstGeom prst="rect">
            <a:avLst/>
          </a:prstGeom>
        </p:spPr>
      </p:pic>
      <p:pic>
        <p:nvPicPr>
          <p:cNvPr id="6" name="Google Shape;20;p2"/>
          <p:cNvPicPr preferRelativeResize="0"/>
          <p:nvPr userDrawn="1"/>
        </p:nvPicPr>
        <p:blipFill rotWithShape="1">
          <a:blip r:embed="rId4">
            <a:alphaModFix/>
            <a:biLevel thresh="25000"/>
            <a:extLst>
              <a:ext uri="{BEBA8EAE-BF5A-486C-A8C5-ECC9F3942E4B}">
                <a14:imgProps xmlns:a14="http://schemas.microsoft.com/office/drawing/2010/main">
                  <a14:imgLayer r:embed="rId5">
                    <a14:imgEffect>
                      <a14:colorTemperature colorTemp="4700"/>
                    </a14:imgEffect>
                    <a14:imgEffect>
                      <a14:saturation sat="0"/>
                    </a14:imgEffect>
                  </a14:imgLayer>
                </a14:imgProps>
              </a:ext>
            </a:extLst>
          </a:blip>
          <a:srcRect/>
          <a:stretch/>
        </p:blipFill>
        <p:spPr>
          <a:xfrm>
            <a:off x="465589" y="5734050"/>
            <a:ext cx="2229230" cy="828000"/>
          </a:xfrm>
          <a:prstGeom prst="rect">
            <a:avLst/>
          </a:prstGeom>
          <a:noFill/>
          <a:ln>
            <a:noFill/>
          </a:ln>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0B32D28F-B087-9B58-8189-24EDBEBFDF49}"/>
              </a:ext>
            </a:extLst>
          </p:cNvPr>
          <p:cNvPicPr>
            <a:picLocks noChangeAspect="1"/>
          </p:cNvPicPr>
          <p:nvPr userDrawn="1"/>
        </p:nvPicPr>
        <p:blipFill>
          <a:blip r:embed="rId6"/>
          <a:stretch>
            <a:fillRect/>
          </a:stretch>
        </p:blipFill>
        <p:spPr>
          <a:xfrm>
            <a:off x="10004523" y="1310883"/>
            <a:ext cx="1705179" cy="1138122"/>
          </a:xfrm>
          <a:prstGeom prst="rect">
            <a:avLst/>
          </a:prstGeom>
        </p:spPr>
      </p:pic>
    </p:spTree>
    <p:extLst>
      <p:ext uri="{BB962C8B-B14F-4D97-AF65-F5344CB8AC3E}">
        <p14:creationId xmlns:p14="http://schemas.microsoft.com/office/powerpoint/2010/main" val="3085887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elb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5" name="Google Shape;40;p4">
            <a:extLst>
              <a:ext uri="{FF2B5EF4-FFF2-40B4-BE49-F238E27FC236}">
                <a16:creationId xmlns:a16="http://schemas.microsoft.com/office/drawing/2014/main" id="{72F63D37-7F20-17B0-CCE3-94EBB86F47B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6" name="Google Shape;134;p15">
            <a:extLst>
              <a:ext uri="{FF2B5EF4-FFF2-40B4-BE49-F238E27FC236}">
                <a16:creationId xmlns:a16="http://schemas.microsoft.com/office/drawing/2014/main" id="{82374E83-9E09-0C86-54AE-659228696D4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941595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orange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EF291D13-D1CC-1DC3-70E1-665C5235A48F}"/>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1C2166B4-681D-8B6E-1857-624E9F94EE05}"/>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34247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rot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6ED25AF-4EBD-2254-4C4C-6AA067C5A4A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EDE78CFB-C4B3-FC7C-088D-7871555C4F8C}"/>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113015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grün - dunkel">
    <p:bg>
      <p:bgPr>
        <a:solidFill>
          <a:schemeClr val="tx1"/>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2BCB3C85-1A2E-AC16-3C33-E705D6944F43}"/>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629899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51B03F3B-0E13-8A0A-2434-8AC47371412C}"/>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6A533E51-3378-2F65-B931-842E03231CFE}"/>
              </a:ext>
            </a:extLst>
          </p:cNvPr>
          <p:cNvSpPr txBox="1">
            <a:spLocks noGrp="1"/>
          </p:cNvSpPr>
          <p:nvPr>
            <p:ph type="title"/>
          </p:nvPr>
        </p:nvSpPr>
        <p:spPr>
          <a:xfrm>
            <a:off x="707721" y="260100"/>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21" name="Grafik 20">
            <a:extLst>
              <a:ext uri="{FF2B5EF4-FFF2-40B4-BE49-F238E27FC236}">
                <a16:creationId xmlns:a16="http://schemas.microsoft.com/office/drawing/2014/main" id="{3BFD1045-8E13-09CC-F6D7-A483C2B00FA7}"/>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759118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1 - blau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14" name="Rechteck 13">
            <a:extLst>
              <a:ext uri="{FF2B5EF4-FFF2-40B4-BE49-F238E27FC236}">
                <a16:creationId xmlns:a16="http://schemas.microsoft.com/office/drawing/2014/main" id="{554FA902-61DA-6BCF-762A-CE7FE0E7BFCA}"/>
              </a:ext>
            </a:extLst>
          </p:cNvPr>
          <p:cNvSpPr/>
          <p:nvPr userDrawn="1"/>
        </p:nvSpPr>
        <p:spPr>
          <a:xfrm flipH="1">
            <a:off x="0" y="0"/>
            <a:ext cx="569934"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2" name="Google Shape;40;p4">
            <a:extLst>
              <a:ext uri="{FF2B5EF4-FFF2-40B4-BE49-F238E27FC236}">
                <a16:creationId xmlns:a16="http://schemas.microsoft.com/office/drawing/2014/main" id="{BBE6B796-4D84-E6D1-DF2E-478573A1EC66}"/>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40BAAF-8CD4-CAD8-F24F-275162812997}"/>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770482C6-729F-7F14-8894-5A9067E68502}"/>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140782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Zwischentitel" preserve="1" userDrawn="1">
  <p:cSld name="Inhalt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3" name="Google Shape;40;p4">
            <a:extLst>
              <a:ext uri="{FF2B5EF4-FFF2-40B4-BE49-F238E27FC236}">
                <a16:creationId xmlns:a16="http://schemas.microsoft.com/office/drawing/2014/main" id="{D94C1399-A05C-DA8C-25EA-43D1A7C140E5}"/>
              </a:ext>
            </a:extLst>
          </p:cNvPr>
          <p:cNvSpPr txBox="1">
            <a:spLocks noGrp="1"/>
          </p:cNvSpPr>
          <p:nvPr>
            <p:ph type="body" idx="1"/>
          </p:nvPr>
        </p:nvSpPr>
        <p:spPr>
          <a:xfrm>
            <a:off x="707721" y="1123283"/>
            <a:ext cx="11065180" cy="430048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 name="Google Shape;134;p15">
            <a:extLst>
              <a:ext uri="{FF2B5EF4-FFF2-40B4-BE49-F238E27FC236}">
                <a16:creationId xmlns:a16="http://schemas.microsoft.com/office/drawing/2014/main" id="{3968C25E-E73D-FB22-A149-5738F11BA584}"/>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F3B92008-EDF8-949D-8B24-6122CE24CD2E}"/>
              </a:ext>
            </a:extLst>
          </p:cNvPr>
          <p:cNvPicPr>
            <a:picLocks noChangeAspect="1"/>
          </p:cNvPicPr>
          <p:nvPr userDrawn="1"/>
        </p:nvPicPr>
        <p:blipFill>
          <a:blip r:embed="rId3"/>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971815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dunkel">
    <p:bg>
      <p:bgPr>
        <a:solidFill>
          <a:schemeClr val="bg2">
            <a:lumMod val="50000"/>
          </a:schemeClr>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D907DAB2-1F16-E43A-3DC4-B6A974BAEB11}"/>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3" name="Google Shape;134;p15">
            <a:extLst>
              <a:ext uri="{FF2B5EF4-FFF2-40B4-BE49-F238E27FC236}">
                <a16:creationId xmlns:a16="http://schemas.microsoft.com/office/drawing/2014/main" id="{EF73EC15-FC27-36A5-D3BC-ED6C80A2D3DA}"/>
              </a:ext>
            </a:extLst>
          </p:cNvPr>
          <p:cNvSpPr txBox="1">
            <a:spLocks noGrp="1"/>
          </p:cNvSpPr>
          <p:nvPr>
            <p:ph type="title"/>
          </p:nvPr>
        </p:nvSpPr>
        <p:spPr>
          <a:xfrm>
            <a:off x="707721" y="260100"/>
            <a:ext cx="9466685"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6" name="Grafik 5">
            <a:extLst>
              <a:ext uri="{FF2B5EF4-FFF2-40B4-BE49-F238E27FC236}">
                <a16:creationId xmlns:a16="http://schemas.microsoft.com/office/drawing/2014/main" id="{FAC6295F-275E-8306-BEC0-38AD327D3275}"/>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14475092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elb">
    <p:bg>
      <p:bgPr>
        <a:solidFill>
          <a:schemeClr val="accent3"/>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E6265508-9AEA-37D5-75A4-31412279FABE}"/>
              </a:ext>
            </a:extLst>
          </p:cNvPr>
          <p:cNvSpPr/>
          <p:nvPr userDrawn="1"/>
        </p:nvSpPr>
        <p:spPr>
          <a:xfrm>
            <a:off x="200167"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6" name="Grafik 5">
            <a:extLst>
              <a:ext uri="{FF2B5EF4-FFF2-40B4-BE49-F238E27FC236}">
                <a16:creationId xmlns:a16="http://schemas.microsoft.com/office/drawing/2014/main" id="{2B3C7E3A-DCE4-A96C-6C79-D67DA44C41AA}"/>
              </a:ext>
            </a:extLst>
          </p:cNvPr>
          <p:cNvPicPr>
            <a:picLocks noChangeAspect="1"/>
          </p:cNvPicPr>
          <p:nvPr userDrawn="1"/>
        </p:nvPicPr>
        <p:blipFill>
          <a:blip r:embed="rId4"/>
          <a:srcRect l="1555" t="7416" r="3950" b="10350"/>
          <a:stretch/>
        </p:blipFill>
        <p:spPr>
          <a:xfrm>
            <a:off x="10190303" y="292593"/>
            <a:ext cx="1668083" cy="592932"/>
          </a:xfrm>
          <a:prstGeom prst="rect">
            <a:avLst/>
          </a:prstGeom>
        </p:spPr>
      </p:pic>
      <p:sp>
        <p:nvSpPr>
          <p:cNvPr id="8" name="Google Shape;60;p7">
            <a:extLst>
              <a:ext uri="{FF2B5EF4-FFF2-40B4-BE49-F238E27FC236}">
                <a16:creationId xmlns:a16="http://schemas.microsoft.com/office/drawing/2014/main" id="{FD026BEB-E418-E116-6D3D-6DB31DD85A5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9" name="Google Shape;134;p15">
            <a:extLst>
              <a:ext uri="{FF2B5EF4-FFF2-40B4-BE49-F238E27FC236}">
                <a16:creationId xmlns:a16="http://schemas.microsoft.com/office/drawing/2014/main" id="{4D92B17C-3272-C651-466F-574E1104A3A1}"/>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76012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orange">
    <p:bg>
      <p:bgPr>
        <a:solidFill>
          <a:schemeClr val="accent2"/>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2759BE8E-E107-725F-DCAA-612D12BE8D23}"/>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3" name="Grafik 12">
            <a:extLst>
              <a:ext uri="{FF2B5EF4-FFF2-40B4-BE49-F238E27FC236}">
                <a16:creationId xmlns:a16="http://schemas.microsoft.com/office/drawing/2014/main" id="{A6E0C629-8494-42BD-7E2C-D046B034523F}"/>
              </a:ext>
            </a:extLst>
          </p:cNvPr>
          <p:cNvPicPr>
            <a:picLocks noChangeAspect="1"/>
          </p:cNvPicPr>
          <p:nvPr userDrawn="1"/>
        </p:nvPicPr>
        <p:blipFill>
          <a:blip r:embed="rId4"/>
          <a:srcRect l="1442" t="7231" r="483" b="3301"/>
          <a:stretch/>
        </p:blipFill>
        <p:spPr>
          <a:xfrm>
            <a:off x="10184368" y="292593"/>
            <a:ext cx="1674018" cy="592932"/>
          </a:xfrm>
          <a:prstGeom prst="rect">
            <a:avLst/>
          </a:prstGeom>
        </p:spPr>
      </p:pic>
      <p:sp>
        <p:nvSpPr>
          <p:cNvPr id="12" name="Google Shape;60;p7">
            <a:extLst>
              <a:ext uri="{FF2B5EF4-FFF2-40B4-BE49-F238E27FC236}">
                <a16:creationId xmlns:a16="http://schemas.microsoft.com/office/drawing/2014/main" id="{DB7BC548-6090-CA7A-F00D-062EBC87560F}"/>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23940B95-489D-2B1D-0748-509C0840E6FD}"/>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506277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rot">
    <p:bg>
      <p:bgPr>
        <a:solidFill>
          <a:schemeClr val="accent1"/>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37CFC5A3-06F9-B9EA-2D0A-3758E7734044}"/>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2" name="Grafik 11">
            <a:extLst>
              <a:ext uri="{FF2B5EF4-FFF2-40B4-BE49-F238E27FC236}">
                <a16:creationId xmlns:a16="http://schemas.microsoft.com/office/drawing/2014/main" id="{B839AA95-56E8-1B3E-FAE9-53726129AA86}"/>
              </a:ext>
            </a:extLst>
          </p:cNvPr>
          <p:cNvPicPr>
            <a:picLocks noChangeAspect="1"/>
          </p:cNvPicPr>
          <p:nvPr userDrawn="1"/>
        </p:nvPicPr>
        <p:blipFill>
          <a:blip r:embed="rId4"/>
          <a:srcRect r="1168" b="1693"/>
          <a:stretch/>
        </p:blipFill>
        <p:spPr>
          <a:xfrm>
            <a:off x="10196070" y="287536"/>
            <a:ext cx="1666842" cy="592574"/>
          </a:xfrm>
          <a:prstGeom prst="rect">
            <a:avLst/>
          </a:prstGeom>
        </p:spPr>
      </p:pic>
      <p:sp>
        <p:nvSpPr>
          <p:cNvPr id="7" name="Google Shape;60;p7">
            <a:extLst>
              <a:ext uri="{FF2B5EF4-FFF2-40B4-BE49-F238E27FC236}">
                <a16:creationId xmlns:a16="http://schemas.microsoft.com/office/drawing/2014/main" id="{B03A098F-B367-4F6D-98FD-37C79E0C8A94}"/>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976B88F6-11B0-1F9F-7E40-C41688863DF5}"/>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5556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grün">
    <p:bg>
      <p:bgPr>
        <a:solidFill>
          <a:srgbClr val="18E797"/>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61E948B8-829C-AB3C-FBEE-5D482CD8D845}"/>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11" name="Grafik 10">
            <a:extLst>
              <a:ext uri="{FF2B5EF4-FFF2-40B4-BE49-F238E27FC236}">
                <a16:creationId xmlns:a16="http://schemas.microsoft.com/office/drawing/2014/main" id="{2F78FD4C-17F2-9AB6-C93F-20A144842E46}"/>
              </a:ext>
            </a:extLst>
          </p:cNvPr>
          <p:cNvPicPr>
            <a:picLocks noChangeAspect="1"/>
          </p:cNvPicPr>
          <p:nvPr userDrawn="1"/>
        </p:nvPicPr>
        <p:blipFill>
          <a:blip r:embed="rId4"/>
          <a:srcRect l="934" t="6899" r="623"/>
          <a:stretch/>
        </p:blipFill>
        <p:spPr>
          <a:xfrm>
            <a:off x="10203690" y="302761"/>
            <a:ext cx="1654696" cy="583224"/>
          </a:xfrm>
          <a:prstGeom prst="rect">
            <a:avLst/>
          </a:prstGeom>
        </p:spPr>
      </p:pic>
      <p:sp>
        <p:nvSpPr>
          <p:cNvPr id="7" name="Google Shape;60;p7">
            <a:extLst>
              <a:ext uri="{FF2B5EF4-FFF2-40B4-BE49-F238E27FC236}">
                <a16:creationId xmlns:a16="http://schemas.microsoft.com/office/drawing/2014/main" id="{59173232-E0CF-C3DF-2C57-6CD02D20AB02}"/>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AC7BABB-777B-6293-8B06-34FF024CA24E}"/>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20085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Zwischentitel" preserve="1" userDrawn="1">
  <p:cSld name="Zwischentitel - blau">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ED091F16-BA09-BADD-0CB2-E82A3AAF3BB8}"/>
              </a:ext>
            </a:extLst>
          </p:cNvPr>
          <p:cNvSpPr/>
          <p:nvPr userDrawn="1"/>
        </p:nvSpPr>
        <p:spPr>
          <a:xfrm>
            <a:off x="197893" y="257680"/>
            <a:ext cx="11791665" cy="6380523"/>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2" name="Google Shape;42;p5"/>
          <p:cNvPicPr preferRelativeResize="0"/>
          <p:nvPr/>
        </p:nvPicPr>
        <p:blipFill rotWithShape="1">
          <a:blip r:embed="rId2">
            <a:alphaModFix/>
          </a:blip>
          <a:srcRect/>
          <a:stretch/>
        </p:blipFill>
        <p:spPr>
          <a:xfrm>
            <a:off x="-1605200" y="2536825"/>
            <a:ext cx="6228000" cy="5073727"/>
          </a:xfrm>
          <a:prstGeom prst="rect">
            <a:avLst/>
          </a:prstGeom>
          <a:noFill/>
          <a:ln>
            <a:noFill/>
          </a:ln>
        </p:spPr>
      </p:pic>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60;p7">
            <a:extLst>
              <a:ext uri="{FF2B5EF4-FFF2-40B4-BE49-F238E27FC236}">
                <a16:creationId xmlns:a16="http://schemas.microsoft.com/office/drawing/2014/main" id="{BFF8EA9B-1C85-4656-0FA5-E04DA75A49DD}"/>
              </a:ext>
            </a:extLst>
          </p:cNvPr>
          <p:cNvSpPr txBox="1">
            <a:spLocks noGrp="1"/>
          </p:cNvSpPr>
          <p:nvPr>
            <p:ph type="sldNum" idx="12"/>
          </p:nvPr>
        </p:nvSpPr>
        <p:spPr>
          <a:xfrm>
            <a:off x="11429584" y="616665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6" name="Google Shape;134;p15">
            <a:extLst>
              <a:ext uri="{FF2B5EF4-FFF2-40B4-BE49-F238E27FC236}">
                <a16:creationId xmlns:a16="http://schemas.microsoft.com/office/drawing/2014/main" id="{F0F2C98B-C9AA-B31C-1432-EA4267A472C2}"/>
              </a:ext>
            </a:extLst>
          </p:cNvPr>
          <p:cNvSpPr txBox="1">
            <a:spLocks noGrp="1"/>
          </p:cNvSpPr>
          <p:nvPr>
            <p:ph type="title"/>
          </p:nvPr>
        </p:nvSpPr>
        <p:spPr>
          <a:xfrm>
            <a:off x="707721" y="260100"/>
            <a:ext cx="9425742"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3" name="Grafik 2">
            <a:extLst>
              <a:ext uri="{FF2B5EF4-FFF2-40B4-BE49-F238E27FC236}">
                <a16:creationId xmlns:a16="http://schemas.microsoft.com/office/drawing/2014/main" id="{2ACD00DA-15E7-A010-2C79-14A8503D615C}"/>
              </a:ext>
            </a:extLst>
          </p:cNvPr>
          <p:cNvPicPr>
            <a:picLocks noChangeAspect="1"/>
          </p:cNvPicPr>
          <p:nvPr userDrawn="1"/>
        </p:nvPicPr>
        <p:blipFill>
          <a:blip r:embed="rId4"/>
          <a:srcRect l="43581"/>
          <a:stretch>
            <a:fillRect/>
          </a:stretch>
        </p:blipFill>
        <p:spPr>
          <a:xfrm>
            <a:off x="10162737" y="233072"/>
            <a:ext cx="1706880" cy="612669"/>
          </a:xfrm>
          <a:prstGeom prst="rect">
            <a:avLst/>
          </a:prstGeom>
        </p:spPr>
      </p:pic>
    </p:spTree>
    <p:extLst>
      <p:ext uri="{BB962C8B-B14F-4D97-AF65-F5344CB8AC3E}">
        <p14:creationId xmlns:p14="http://schemas.microsoft.com/office/powerpoint/2010/main" val="3707595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3"/>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9EB253E7-E103-C0CF-3E17-93350DD7A41F}"/>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6" name="Google Shape;40;p4">
            <a:extLst>
              <a:ext uri="{FF2B5EF4-FFF2-40B4-BE49-F238E27FC236}">
                <a16:creationId xmlns:a16="http://schemas.microsoft.com/office/drawing/2014/main" id="{FC6DA92D-7911-DC9B-2294-661E3C37E9B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2" name="Google Shape;24;p2">
            <a:extLst>
              <a:ext uri="{FF2B5EF4-FFF2-40B4-BE49-F238E27FC236}">
                <a16:creationId xmlns:a16="http://schemas.microsoft.com/office/drawing/2014/main" id="{9D099F0C-E26D-002A-1705-74ACEAC45C7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1" name="Google Shape;134;p15">
            <a:extLst>
              <a:ext uri="{FF2B5EF4-FFF2-40B4-BE49-F238E27FC236}">
                <a16:creationId xmlns:a16="http://schemas.microsoft.com/office/drawing/2014/main" id="{68D0BE14-D3E5-25A6-996E-4246A573A1B8}"/>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85407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2"/>
        </a:solidFill>
        <a:effectLst/>
      </p:bgPr>
    </p:bg>
    <p:spTree>
      <p:nvGrpSpPr>
        <p:cNvPr id="1" name="Shape 41"/>
        <p:cNvGrpSpPr/>
        <p:nvPr/>
      </p:nvGrpSpPr>
      <p:grpSpPr>
        <a:xfrm>
          <a:off x="0" y="0"/>
          <a:ext cx="0" cy="0"/>
          <a:chOff x="0" y="0"/>
          <a:chExt cx="0" cy="0"/>
        </a:xfrm>
      </p:grpSpPr>
      <p:sp>
        <p:nvSpPr>
          <p:cNvPr id="12" name="Rechteck 11">
            <a:extLst>
              <a:ext uri="{FF2B5EF4-FFF2-40B4-BE49-F238E27FC236}">
                <a16:creationId xmlns:a16="http://schemas.microsoft.com/office/drawing/2014/main" id="{BE3A5BAD-26C8-942D-897C-C51DD99FAED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9FAFF30B-54F1-8E0C-5984-0B9104490FD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3" name="Google Shape;40;p4">
            <a:extLst>
              <a:ext uri="{FF2B5EF4-FFF2-40B4-BE49-F238E27FC236}">
                <a16:creationId xmlns:a16="http://schemas.microsoft.com/office/drawing/2014/main" id="{CE79A2F5-8992-C8F4-E0BF-0E2CB8A77A2C}"/>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CA1ED46F-C2D4-FCA8-D2D7-3A6A3EE3C59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885115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accent1"/>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B2E3FD4D-4BAE-20D9-F11B-C9B907C1C103}"/>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D613D350-73C4-A254-2B82-A2D28A43D58A}"/>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8ABFDF8E-2714-DEBF-2939-E469AC3CEED2}"/>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CE4E089-09D6-A340-453B-A23080B15195}"/>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3170499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007A9E"/>
        </a:solidFill>
        <a:effectLst/>
      </p:bgPr>
    </p:bg>
    <p:spTree>
      <p:nvGrpSpPr>
        <p:cNvPr id="1" name="Shape 41"/>
        <p:cNvGrpSpPr/>
        <p:nvPr/>
      </p:nvGrpSpPr>
      <p:grpSpPr>
        <a:xfrm>
          <a:off x="0" y="0"/>
          <a:ext cx="0" cy="0"/>
          <a:chOff x="0" y="0"/>
          <a:chExt cx="0" cy="0"/>
        </a:xfrm>
      </p:grpSpPr>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8DDDF9D8-8B75-D2E4-A55A-F57F61F8EE1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4" name="Google Shape;40;p4">
            <a:extLst>
              <a:ext uri="{FF2B5EF4-FFF2-40B4-BE49-F238E27FC236}">
                <a16:creationId xmlns:a16="http://schemas.microsoft.com/office/drawing/2014/main" id="{89DC3406-4947-803D-3A4E-28BBF825E8C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8ADE0D3D-2EDB-F0CB-7A13-A5664ACEB1B0}"/>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051715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rgbClr val="18E797"/>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09E99921-C510-7243-5D50-F7AD23D7FC9B}"/>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D99F7D-81E8-E37E-8330-1F5F41E5AAE9}"/>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A9110798-7440-481E-81AA-8E8FBC62397F}"/>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837785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bg2">
            <a:lumMod val="50000"/>
          </a:schemeClr>
        </a:solidFill>
        <a:effectLst/>
      </p:bgPr>
    </p:bg>
    <p:spTree>
      <p:nvGrpSpPr>
        <p:cNvPr id="1" name="Shape 41"/>
        <p:cNvGrpSpPr/>
        <p:nvPr/>
      </p:nvGrpSpPr>
      <p:grpSpPr>
        <a:xfrm>
          <a:off x="0" y="0"/>
          <a:ext cx="0" cy="0"/>
          <a:chOff x="0" y="0"/>
          <a:chExt cx="0" cy="0"/>
        </a:xfrm>
      </p:grpSpPr>
      <p:sp>
        <p:nvSpPr>
          <p:cNvPr id="7" name="Rechteck 6">
            <a:extLst>
              <a:ext uri="{FF2B5EF4-FFF2-40B4-BE49-F238E27FC236}">
                <a16:creationId xmlns:a16="http://schemas.microsoft.com/office/drawing/2014/main" id="{4D6DD659-B927-3964-615D-EC244D06202E}"/>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a:off x="3006250" y="0"/>
            <a:ext cx="918575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pic>
        <p:nvPicPr>
          <p:cNvPr id="3" name="Grafik 2" descr="Ein Bild, das Text, Schrift, Screenshot, Grafiken enthält.&#10;&#10;KI-generierte Inhalte können fehlerhaft sein.">
            <a:extLst>
              <a:ext uri="{FF2B5EF4-FFF2-40B4-BE49-F238E27FC236}">
                <a16:creationId xmlns:a16="http://schemas.microsoft.com/office/drawing/2014/main" id="{0D51BF53-641B-1A42-11E3-E1F67454E166}"/>
              </a:ext>
            </a:extLst>
          </p:cNvPr>
          <p:cNvPicPr>
            <a:picLocks noChangeAspect="1"/>
          </p:cNvPicPr>
          <p:nvPr userDrawn="1"/>
        </p:nvPicPr>
        <p:blipFill>
          <a:blip r:embed="rId3"/>
          <a:stretch>
            <a:fillRect/>
          </a:stretch>
        </p:blipFill>
        <p:spPr>
          <a:xfrm>
            <a:off x="10226606" y="260100"/>
            <a:ext cx="1705178" cy="603083"/>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1" name="Google Shape;24;p2">
            <a:extLst>
              <a:ext uri="{FF2B5EF4-FFF2-40B4-BE49-F238E27FC236}">
                <a16:creationId xmlns:a16="http://schemas.microsoft.com/office/drawing/2014/main" id="{2A3D60E5-5F1B-EC13-9002-8CE5275DF730}"/>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12" name="Google Shape;40;p4">
            <a:extLst>
              <a:ext uri="{FF2B5EF4-FFF2-40B4-BE49-F238E27FC236}">
                <a16:creationId xmlns:a16="http://schemas.microsoft.com/office/drawing/2014/main" id="{466811DF-A9BB-2F47-E804-FEEAF2BCBFF5}"/>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33CB2BEC-CF31-0F70-C619-CC277EE34DEA}"/>
              </a:ext>
            </a:extLst>
          </p:cNvPr>
          <p:cNvSpPr txBox="1">
            <a:spLocks noGrp="1"/>
          </p:cNvSpPr>
          <p:nvPr>
            <p:ph type="title"/>
          </p:nvPr>
        </p:nvSpPr>
        <p:spPr>
          <a:xfrm>
            <a:off x="3114675" y="260893"/>
            <a:ext cx="705290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062501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2A0280BF-0E7C-AFED-D6FE-678A1880DF56}"/>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2" name="Google Shape;24;p2">
            <a:extLst>
              <a:ext uri="{FF2B5EF4-FFF2-40B4-BE49-F238E27FC236}">
                <a16:creationId xmlns:a16="http://schemas.microsoft.com/office/drawing/2014/main" id="{62D25E61-2D57-F3CB-D94A-377D8FD00DBC}"/>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1" name="Google Shape;40;p4">
            <a:extLst>
              <a:ext uri="{FF2B5EF4-FFF2-40B4-BE49-F238E27FC236}">
                <a16:creationId xmlns:a16="http://schemas.microsoft.com/office/drawing/2014/main" id="{23031402-6EC7-6D0B-0C21-55A800158E0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2CC05627-B4CE-8193-CB4C-A9CD8EFA7C1A}"/>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41371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9E50E069-5CB9-5398-B121-9F8D075B6CBA}"/>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775894F4-7512-9DCE-C06E-3692E9AF9746}"/>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8CF486B0-3028-8CCA-1246-88FBCD77395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3145582-F029-666E-2CBD-D45C8F91DB8D}"/>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701899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C95FD821-2EF0-F787-BD25-59427DA2FCB9}"/>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D5DBA9C0-1367-43D6-F92B-2BC631589F24}"/>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AF81C945-CDA9-D795-D99E-9E6956E08034}"/>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DE236AF8-8F7A-1A3D-8432-A49A1F25E64B}"/>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41409186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C95AD7B-2E81-A66B-FE43-97CF906AD6C5}"/>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007A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AE2036F9-DFD9-5610-5439-957AC760DE6E}"/>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0ADCEF86-E678-7C5D-ED12-815CF326072B}"/>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34;p15">
            <a:extLst>
              <a:ext uri="{FF2B5EF4-FFF2-40B4-BE49-F238E27FC236}">
                <a16:creationId xmlns:a16="http://schemas.microsoft.com/office/drawing/2014/main" id="{55239716-4CA0-BAB0-CC92-C62FD66A4C7F}"/>
              </a:ext>
            </a:extLst>
          </p:cNvPr>
          <p:cNvSpPr txBox="1">
            <a:spLocks noGrp="1"/>
          </p:cNvSpPr>
          <p:nvPr>
            <p:ph type="title"/>
          </p:nvPr>
        </p:nvSpPr>
        <p:spPr>
          <a:xfrm>
            <a:off x="3114675" y="260893"/>
            <a:ext cx="7059731"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377581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Zwischentitel" preserve="1" userDrawn="1">
  <p:cSld name="1_Zwischentitel">
    <p:bg>
      <p:bgPr>
        <a:solidFill>
          <a:schemeClr val="tx1"/>
        </a:solidFill>
        <a:effectLst/>
      </p:bgPr>
    </p:bg>
    <p:spTree>
      <p:nvGrpSpPr>
        <p:cNvPr id="1" name="Shape 41"/>
        <p:cNvGrpSpPr/>
        <p:nvPr/>
      </p:nvGrpSpPr>
      <p:grpSpPr>
        <a:xfrm>
          <a:off x="0" y="0"/>
          <a:ext cx="0" cy="0"/>
          <a:chOff x="0" y="0"/>
          <a:chExt cx="0" cy="0"/>
        </a:xfrm>
      </p:grpSpPr>
      <p:sp>
        <p:nvSpPr>
          <p:cNvPr id="3" name="Rechteck 2">
            <a:extLst>
              <a:ext uri="{FF2B5EF4-FFF2-40B4-BE49-F238E27FC236}">
                <a16:creationId xmlns:a16="http://schemas.microsoft.com/office/drawing/2014/main" id="{34D93132-4A58-7B06-7D90-E715012A5D84}"/>
              </a:ext>
            </a:extLst>
          </p:cNvPr>
          <p:cNvSpPr/>
          <p:nvPr userDrawn="1"/>
        </p:nvSpPr>
        <p:spPr>
          <a:xfrm>
            <a:off x="197893" y="156950"/>
            <a:ext cx="11849327" cy="6658304"/>
          </a:xfrm>
          <a:prstGeom prst="rect">
            <a:avLst/>
          </a:prstGeom>
          <a:solidFill>
            <a:schemeClr val="bg1">
              <a:alpha val="0"/>
            </a:schemeClr>
          </a:solidFill>
          <a:ln w="3175">
            <a:solidFill>
              <a:schemeClr val="bg1"/>
            </a:solidFill>
            <a:extLst>
              <a:ext uri="{C807C97D-BFC1-408E-A445-0C87EB9F89A2}">
                <ask:lineSketchStyleProps xmlns:ask="http://schemas.microsoft.com/office/drawing/2018/sketchyshapes" sd="1219033472">
                  <a:custGeom>
                    <a:avLst/>
                    <a:gdLst>
                      <a:gd name="connsiteX0" fmla="*/ 0 w 11791665"/>
                      <a:gd name="connsiteY0" fmla="*/ 0 h 6380523"/>
                      <a:gd name="connsiteX1" fmla="*/ 11791665 w 11791665"/>
                      <a:gd name="connsiteY1" fmla="*/ 0 h 6380523"/>
                      <a:gd name="connsiteX2" fmla="*/ 11791665 w 11791665"/>
                      <a:gd name="connsiteY2" fmla="*/ 6380523 h 6380523"/>
                      <a:gd name="connsiteX3" fmla="*/ 0 w 11791665"/>
                      <a:gd name="connsiteY3" fmla="*/ 6380523 h 6380523"/>
                      <a:gd name="connsiteX4" fmla="*/ 0 w 11791665"/>
                      <a:gd name="connsiteY4" fmla="*/ 0 h 63805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1665" h="6380523" fill="none" extrusionOk="0">
                        <a:moveTo>
                          <a:pt x="0" y="0"/>
                        </a:moveTo>
                        <a:cubicBezTo>
                          <a:pt x="5345973" y="-49533"/>
                          <a:pt x="10352354" y="-14809"/>
                          <a:pt x="11791665" y="0"/>
                        </a:cubicBezTo>
                        <a:cubicBezTo>
                          <a:pt x="11879304" y="1750192"/>
                          <a:pt x="11718986" y="3383135"/>
                          <a:pt x="11791665" y="6380523"/>
                        </a:cubicBezTo>
                        <a:cubicBezTo>
                          <a:pt x="6237130" y="6332292"/>
                          <a:pt x="3831076" y="6464978"/>
                          <a:pt x="0" y="6380523"/>
                        </a:cubicBezTo>
                        <a:cubicBezTo>
                          <a:pt x="-38581" y="4235942"/>
                          <a:pt x="63341" y="2792378"/>
                          <a:pt x="0" y="0"/>
                        </a:cubicBezTo>
                        <a:close/>
                      </a:path>
                      <a:path w="11791665" h="6380523" stroke="0" extrusionOk="0">
                        <a:moveTo>
                          <a:pt x="0" y="0"/>
                        </a:moveTo>
                        <a:cubicBezTo>
                          <a:pt x="5640788" y="118645"/>
                          <a:pt x="8448249" y="116012"/>
                          <a:pt x="11791665" y="0"/>
                        </a:cubicBezTo>
                        <a:cubicBezTo>
                          <a:pt x="11658783" y="3004110"/>
                          <a:pt x="11876616" y="3582214"/>
                          <a:pt x="11791665" y="6380523"/>
                        </a:cubicBezTo>
                        <a:cubicBezTo>
                          <a:pt x="7046566" y="6515123"/>
                          <a:pt x="2218985" y="6223327"/>
                          <a:pt x="0" y="6380523"/>
                        </a:cubicBezTo>
                        <a:cubicBezTo>
                          <a:pt x="-20187" y="4401602"/>
                          <a:pt x="-152480" y="1774657"/>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Rechteck 1">
            <a:extLst>
              <a:ext uri="{FF2B5EF4-FFF2-40B4-BE49-F238E27FC236}">
                <a16:creationId xmlns:a16="http://schemas.microsoft.com/office/drawing/2014/main" id="{96FFBA11-7FCA-3966-39B5-60F5B59721B3}"/>
              </a:ext>
            </a:extLst>
          </p:cNvPr>
          <p:cNvSpPr/>
          <p:nvPr userDrawn="1"/>
        </p:nvSpPr>
        <p:spPr>
          <a:xfrm flipH="1">
            <a:off x="0" y="0"/>
            <a:ext cx="3006250" cy="6858000"/>
          </a:xfrm>
          <a:prstGeom prst="rect">
            <a:avLst/>
          </a:prstGeom>
          <a:solidFill>
            <a:srgbClr val="18E7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Gleichschenkliges Dreieck 3">
            <a:extLst>
              <a:ext uri="{FF2B5EF4-FFF2-40B4-BE49-F238E27FC236}">
                <a16:creationId xmlns:a16="http://schemas.microsoft.com/office/drawing/2014/main" id="{BE50F177-A027-607B-9C5F-BA223FDF9AC7}"/>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Screenshot, Visitenkarte enthält.&#10;&#10;KI-generierte Inhalte können fehlerhaft sein.">
            <a:extLst>
              <a:ext uri="{FF2B5EF4-FFF2-40B4-BE49-F238E27FC236}">
                <a16:creationId xmlns:a16="http://schemas.microsoft.com/office/drawing/2014/main" id="{280295F7-B35C-2331-7AF0-8F769AF31F4A}"/>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B59B0B50-F62E-E1B4-B518-263B08865AF5}"/>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E8B333C8-FF8D-F62D-C810-03DD02DEEBD6}"/>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pic>
        <p:nvPicPr>
          <p:cNvPr id="7" name="Grafik 6">
            <a:extLst>
              <a:ext uri="{FF2B5EF4-FFF2-40B4-BE49-F238E27FC236}">
                <a16:creationId xmlns:a16="http://schemas.microsoft.com/office/drawing/2014/main" id="{92879055-9A2F-BCD3-456C-CEF593B5F61B}"/>
              </a:ext>
            </a:extLst>
          </p:cNvPr>
          <p:cNvPicPr>
            <a:picLocks noChangeAspect="1"/>
          </p:cNvPicPr>
          <p:nvPr userDrawn="1"/>
        </p:nvPicPr>
        <p:blipFill>
          <a:blip r:embed="rId3"/>
          <a:stretch>
            <a:fillRect/>
          </a:stretch>
        </p:blipFill>
        <p:spPr>
          <a:xfrm>
            <a:off x="10224903" y="260100"/>
            <a:ext cx="1706881" cy="603083"/>
          </a:xfrm>
          <a:prstGeom prst="rect">
            <a:avLst/>
          </a:prstGeom>
        </p:spPr>
      </p:pic>
      <p:sp>
        <p:nvSpPr>
          <p:cNvPr id="11" name="Google Shape;24;p2">
            <a:extLst>
              <a:ext uri="{FF2B5EF4-FFF2-40B4-BE49-F238E27FC236}">
                <a16:creationId xmlns:a16="http://schemas.microsoft.com/office/drawing/2014/main" id="{321B610B-64F7-D6A3-8D6F-744AF321EE42}"/>
              </a:ext>
            </a:extLst>
          </p:cNvPr>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12" name="Google Shape;40;p4">
            <a:extLst>
              <a:ext uri="{FF2B5EF4-FFF2-40B4-BE49-F238E27FC236}">
                <a16:creationId xmlns:a16="http://schemas.microsoft.com/office/drawing/2014/main" id="{41F88245-1CCC-370D-1062-CB04B28AB5D7}"/>
              </a:ext>
            </a:extLst>
          </p:cNvPr>
          <p:cNvSpPr txBox="1">
            <a:spLocks noGrp="1"/>
          </p:cNvSpPr>
          <p:nvPr>
            <p:ph type="body" idx="1"/>
          </p:nvPr>
        </p:nvSpPr>
        <p:spPr>
          <a:xfrm>
            <a:off x="3114675" y="1144092"/>
            <a:ext cx="8658226" cy="4818298"/>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3" name="Google Shape;134;p15">
            <a:extLst>
              <a:ext uri="{FF2B5EF4-FFF2-40B4-BE49-F238E27FC236}">
                <a16:creationId xmlns:a16="http://schemas.microsoft.com/office/drawing/2014/main" id="{579F8731-A184-B349-31B3-18F2A474AECC}"/>
              </a:ext>
            </a:extLst>
          </p:cNvPr>
          <p:cNvSpPr txBox="1">
            <a:spLocks noGrp="1"/>
          </p:cNvSpPr>
          <p:nvPr>
            <p:ph type="title"/>
          </p:nvPr>
        </p:nvSpPr>
        <p:spPr>
          <a:xfrm>
            <a:off x="3114675" y="26089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2646413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Leer hell" userDrawn="1">
  <p:cSld name="Leer hell">
    <p:bg>
      <p:bgPr>
        <a:solidFill>
          <a:schemeClr val="bg2"/>
        </a:solidFill>
        <a:effectLst/>
      </p:bgPr>
    </p:bg>
    <p:spTree>
      <p:nvGrpSpPr>
        <p:cNvPr id="1" name="Shape 55"/>
        <p:cNvGrpSpPr/>
        <p:nvPr/>
      </p:nvGrpSpPr>
      <p:grpSpPr>
        <a:xfrm>
          <a:off x="0" y="0"/>
          <a:ext cx="0" cy="0"/>
          <a:chOff x="0" y="0"/>
          <a:chExt cx="0" cy="0"/>
        </a:xfrm>
      </p:grpSpPr>
      <p:pic>
        <p:nvPicPr>
          <p:cNvPr id="13" name="Google Shape;42;p5">
            <a:extLst>
              <a:ext uri="{FF2B5EF4-FFF2-40B4-BE49-F238E27FC236}">
                <a16:creationId xmlns:a16="http://schemas.microsoft.com/office/drawing/2014/main" id="{826AB866-D8C1-E796-E460-12E4F2141A61}"/>
              </a:ext>
            </a:extLst>
          </p:cNvPr>
          <p:cNvPicPr preferRelativeResize="0"/>
          <p:nvPr userDrawn="1"/>
        </p:nvPicPr>
        <p:blipFill rotWithShape="1">
          <a:blip r:embed="rId2">
            <a:alphaModFix/>
          </a:blip>
          <a:srcRect/>
          <a:stretch/>
        </p:blipFill>
        <p:spPr>
          <a:xfrm rot="10800000" flipV="1">
            <a:off x="6513446" y="2441422"/>
            <a:ext cx="7789690" cy="5946121"/>
          </a:xfrm>
          <a:prstGeom prst="rect">
            <a:avLst/>
          </a:prstGeom>
          <a:noFill/>
          <a:ln>
            <a:noFill/>
          </a:ln>
          <a:effectLst>
            <a:reflection blurRad="6350" stA="52000" endA="300" endPos="35000" dir="5400000" sy="-100000" algn="bl" rotWithShape="0"/>
          </a:effectLst>
        </p:spPr>
      </p:pic>
      <p:sp>
        <p:nvSpPr>
          <p:cNvPr id="60" name="Google Shape;60;p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solidFill>
                  <a:schemeClr val="bg1"/>
                </a:solidFill>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de-DE" smtClean="0"/>
              <a:pPr/>
              <a:t>‹Nr.›</a:t>
            </a:fld>
            <a:endParaRPr lang="de-DE" dirty="0"/>
          </a:p>
        </p:txBody>
      </p:sp>
      <p:sp>
        <p:nvSpPr>
          <p:cNvPr id="5" name="Gleichschenkliges Dreieck 4">
            <a:extLst>
              <a:ext uri="{FF2B5EF4-FFF2-40B4-BE49-F238E27FC236}">
                <a16:creationId xmlns:a16="http://schemas.microsoft.com/office/drawing/2014/main" id="{992FB5AC-7938-700F-A2DE-6E72FFE0D756}"/>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56E674C0-461E-EB3E-51A7-188B569B21F8}"/>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9" name="Google Shape;139;p16">
            <a:extLst>
              <a:ext uri="{FF2B5EF4-FFF2-40B4-BE49-F238E27FC236}">
                <a16:creationId xmlns:a16="http://schemas.microsoft.com/office/drawing/2014/main" id="{144B6387-8C7C-8BA8-DAD4-9E24A34F4E09}"/>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0" name="Google Shape;140;p16">
            <a:extLst>
              <a:ext uri="{FF2B5EF4-FFF2-40B4-BE49-F238E27FC236}">
                <a16:creationId xmlns:a16="http://schemas.microsoft.com/office/drawing/2014/main" id="{C9AA6CDF-C2D8-66CE-164D-43EDC659F4EC}"/>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14" name="Google Shape;50;p6">
            <a:extLst>
              <a:ext uri="{FF2B5EF4-FFF2-40B4-BE49-F238E27FC236}">
                <a16:creationId xmlns:a16="http://schemas.microsoft.com/office/drawing/2014/main" id="{DFA379ED-BBB8-344D-3762-3D5D7DE02530}"/>
              </a:ext>
            </a:extLst>
          </p:cNvPr>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5" name="Google Shape;52;p6">
            <a:extLst>
              <a:ext uri="{FF2B5EF4-FFF2-40B4-BE49-F238E27FC236}">
                <a16:creationId xmlns:a16="http://schemas.microsoft.com/office/drawing/2014/main" id="{82E9E9B7-158B-6C97-993D-E5724D5D56CE}"/>
              </a:ext>
            </a:extLst>
          </p:cNvPr>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1"/>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16" name="Grafik 15">
            <a:extLst>
              <a:ext uri="{FF2B5EF4-FFF2-40B4-BE49-F238E27FC236}">
                <a16:creationId xmlns:a16="http://schemas.microsoft.com/office/drawing/2014/main" id="{039243C2-AB81-0464-CB69-B49220FC4D71}"/>
              </a:ext>
            </a:extLst>
          </p:cNvPr>
          <p:cNvPicPr>
            <a:picLocks noChangeAspect="1"/>
          </p:cNvPicPr>
          <p:nvPr userDrawn="1"/>
        </p:nvPicPr>
        <p:blipFill>
          <a:blip r:embed="rId4"/>
          <a:stretch>
            <a:fillRect/>
          </a:stretch>
        </p:blipFill>
        <p:spPr>
          <a:xfrm>
            <a:off x="9982786" y="438764"/>
            <a:ext cx="1748655" cy="61784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Leer dunkel">
  <p:cSld name="Abschlussfolie dunkel">
    <p:bg>
      <p:bgPr>
        <a:solidFill>
          <a:schemeClr val="dk1"/>
        </a:solidFill>
        <a:effectLst/>
      </p:bgPr>
    </p:bg>
    <p:spTree>
      <p:nvGrpSpPr>
        <p:cNvPr id="1" name="Shape 61"/>
        <p:cNvGrpSpPr/>
        <p:nvPr/>
      </p:nvGrpSpPr>
      <p:grpSpPr>
        <a:xfrm>
          <a:off x="0" y="0"/>
          <a:ext cx="0" cy="0"/>
          <a:chOff x="0" y="0"/>
          <a:chExt cx="0" cy="0"/>
        </a:xfrm>
      </p:grpSpPr>
      <p:pic>
        <p:nvPicPr>
          <p:cNvPr id="9" name="Grafik 8">
            <a:extLst>
              <a:ext uri="{FF2B5EF4-FFF2-40B4-BE49-F238E27FC236}">
                <a16:creationId xmlns:a16="http://schemas.microsoft.com/office/drawing/2014/main" id="{B0BF41E5-5043-1676-634A-40E34BE61419}"/>
              </a:ext>
            </a:extLst>
          </p:cNvPr>
          <p:cNvPicPr>
            <a:picLocks noChangeAspect="1"/>
          </p:cNvPicPr>
          <p:nvPr userDrawn="1"/>
        </p:nvPicPr>
        <p:blipFill>
          <a:blip r:embed="rId2"/>
          <a:stretch>
            <a:fillRect/>
          </a:stretch>
        </p:blipFill>
        <p:spPr>
          <a:xfrm>
            <a:off x="10224903" y="260100"/>
            <a:ext cx="1706881" cy="603083"/>
          </a:xfrm>
          <a:prstGeom prst="rect">
            <a:avLst/>
          </a:prstGeom>
        </p:spPr>
      </p:pic>
      <p:sp>
        <p:nvSpPr>
          <p:cNvPr id="15" name="Gleichschenkliges Dreieck 14">
            <a:extLst>
              <a:ext uri="{FF2B5EF4-FFF2-40B4-BE49-F238E27FC236}">
                <a16:creationId xmlns:a16="http://schemas.microsoft.com/office/drawing/2014/main" id="{80A1D962-6EBE-42A3-9745-798764273018}"/>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6" name="Grafik 15" descr="Ein Bild, das Text, Schrift, Screenshot, Visitenkarte enthält.&#10;&#10;KI-generierte Inhalte können fehlerhaft sein.">
            <a:extLst>
              <a:ext uri="{FF2B5EF4-FFF2-40B4-BE49-F238E27FC236}">
                <a16:creationId xmlns:a16="http://schemas.microsoft.com/office/drawing/2014/main" id="{2E67989E-C41B-4A5E-A549-5592B33B1609}"/>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pic>
        <p:nvPicPr>
          <p:cNvPr id="22" name="Google Shape;42;p5">
            <a:extLst>
              <a:ext uri="{FF2B5EF4-FFF2-40B4-BE49-F238E27FC236}">
                <a16:creationId xmlns:a16="http://schemas.microsoft.com/office/drawing/2014/main" id="{C66AEA29-77E0-21E3-CA86-7D515B5A085C}"/>
              </a:ext>
            </a:extLst>
          </p:cNvPr>
          <p:cNvPicPr preferRelativeResize="0"/>
          <p:nvPr userDrawn="1"/>
        </p:nvPicPr>
        <p:blipFill rotWithShape="1">
          <a:blip r:embed="rId4">
            <a:alphaModFix/>
          </a:blip>
          <a:srcRect/>
          <a:stretch/>
        </p:blipFill>
        <p:spPr>
          <a:xfrm>
            <a:off x="-3085333" y="260100"/>
            <a:ext cx="9660910" cy="7870394"/>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‹Nr.›</a:t>
            </a:fld>
            <a:endParaRPr lang="en-US"/>
          </a:p>
        </p:txBody>
      </p:sp>
    </p:spTree>
    <p:extLst>
      <p:ext uri="{BB962C8B-B14F-4D97-AF65-F5344CB8AC3E}">
        <p14:creationId xmlns:p14="http://schemas.microsoft.com/office/powerpoint/2010/main" val="6361009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Abschlussfolie">
  <p:cSld name="Abschlussfolie">
    <p:bg>
      <p:bgPr>
        <a:solidFill>
          <a:schemeClr val="lt1"/>
        </a:solidFill>
        <a:effectLst/>
      </p:bgPr>
    </p:bg>
    <p:spTree>
      <p:nvGrpSpPr>
        <p:cNvPr id="1" name="Shape 48"/>
        <p:cNvGrpSpPr/>
        <p:nvPr/>
      </p:nvGrpSpPr>
      <p:grpSpPr>
        <a:xfrm>
          <a:off x="0" y="0"/>
          <a:ext cx="0" cy="0"/>
          <a:chOff x="0" y="0"/>
          <a:chExt cx="0" cy="0"/>
        </a:xfrm>
      </p:grpSpPr>
      <p:pic>
        <p:nvPicPr>
          <p:cNvPr id="49" name="Google Shape;49;p6"/>
          <p:cNvPicPr preferRelativeResize="0"/>
          <p:nvPr/>
        </p:nvPicPr>
        <p:blipFill rotWithShape="1">
          <a:blip r:embed="rId2">
            <a:alphaModFix amt="50000"/>
            <a:duotone>
              <a:schemeClr val="accent4">
                <a:shade val="45000"/>
                <a:satMod val="135000"/>
              </a:schemeClr>
              <a:prstClr val="white"/>
            </a:duotone>
            <a:extLst>
              <a:ext uri="{BEBA8EAE-BF5A-486C-A8C5-ECC9F3942E4B}">
                <a14:imgProps xmlns:a14="http://schemas.microsoft.com/office/drawing/2010/main">
                  <a14:imgLayer r:embed="rId3">
                    <a14:imgEffect>
                      <a14:saturation sat="0"/>
                    </a14:imgEffect>
                  </a14:imgLayer>
                </a14:imgProps>
              </a:ext>
            </a:extLst>
          </a:blip>
          <a:srcRect/>
          <a:stretch/>
        </p:blipFill>
        <p:spPr>
          <a:xfrm>
            <a:off x="1684787" y="-627015"/>
            <a:ext cx="10703154" cy="7563394"/>
          </a:xfrm>
          <a:prstGeom prst="rect">
            <a:avLst/>
          </a:prstGeom>
          <a:noFill/>
          <a:ln>
            <a:noFill/>
          </a:ln>
          <a:effectLst/>
        </p:spPr>
      </p:pic>
      <p:sp>
        <p:nvSpPr>
          <p:cNvPr id="50" name="Google Shape;50;p6"/>
          <p:cNvSpPr txBox="1">
            <a:spLocks noGrp="1"/>
          </p:cNvSpPr>
          <p:nvPr>
            <p:ph type="ctrTitle"/>
          </p:nvPr>
        </p:nvSpPr>
        <p:spPr>
          <a:xfrm>
            <a:off x="1017457" y="1152000"/>
            <a:ext cx="6878767" cy="1080000"/>
          </a:xfrm>
          <a:prstGeom prst="rect">
            <a:avLst/>
          </a:prstGeom>
          <a:noFill/>
          <a:ln>
            <a:noFill/>
          </a:ln>
        </p:spPr>
        <p:txBody>
          <a:bodyPr spcFirstLastPara="1" wrap="square" lIns="0" tIns="0" rIns="0" bIns="0" anchor="b" anchorCtr="0">
            <a:noAutofit/>
          </a:bodyPr>
          <a:lstStyle>
            <a:lvl1pPr lvl="0" algn="l">
              <a:lnSpc>
                <a:spcPct val="118750"/>
              </a:lnSpc>
              <a:spcBef>
                <a:spcPts val="0"/>
              </a:spcBef>
              <a:spcAft>
                <a:spcPts val="0"/>
              </a:spcAft>
              <a:buClr>
                <a:schemeClr val="dk1"/>
              </a:buClr>
              <a:buSzPts val="3200"/>
              <a:buFont typeface="Verdana"/>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51" name="Google Shape;51;p6"/>
          <p:cNvPicPr preferRelativeResize="0"/>
          <p:nvPr/>
        </p:nvPicPr>
        <p:blipFill rotWithShape="1">
          <a:blip r:embed="rId4">
            <a:alphaModFix/>
          </a:blip>
          <a:srcRect/>
          <a:stretch/>
        </p:blipFill>
        <p:spPr>
          <a:xfrm>
            <a:off x="465589" y="5734050"/>
            <a:ext cx="2229230" cy="828000"/>
          </a:xfrm>
          <a:prstGeom prst="rect">
            <a:avLst/>
          </a:prstGeom>
          <a:noFill/>
          <a:ln>
            <a:noFill/>
          </a:ln>
        </p:spPr>
      </p:pic>
      <p:sp>
        <p:nvSpPr>
          <p:cNvPr id="52" name="Google Shape;52;p6"/>
          <p:cNvSpPr txBox="1">
            <a:spLocks noGrp="1"/>
          </p:cNvSpPr>
          <p:nvPr>
            <p:ph type="subTitle" idx="1"/>
          </p:nvPr>
        </p:nvSpPr>
        <p:spPr>
          <a:xfrm>
            <a:off x="1017456" y="2388247"/>
            <a:ext cx="6878767" cy="755133"/>
          </a:xfrm>
          <a:prstGeom prst="rect">
            <a:avLst/>
          </a:prstGeom>
          <a:noFill/>
          <a:ln>
            <a:noFill/>
          </a:ln>
        </p:spPr>
        <p:txBody>
          <a:bodyPr spcFirstLastPara="1" wrap="square" lIns="0" tIns="0" rIns="0" bIns="0" anchor="t" anchorCtr="0">
            <a:noAutofit/>
          </a:bodyPr>
          <a:lstStyle>
            <a:lvl1pPr lvl="0" algn="l">
              <a:lnSpc>
                <a:spcPct val="91666"/>
              </a:lnSpc>
              <a:spcBef>
                <a:spcPts val="0"/>
              </a:spcBef>
              <a:spcAft>
                <a:spcPts val="0"/>
              </a:spcAft>
              <a:buClr>
                <a:schemeClr val="dk1"/>
              </a:buClr>
              <a:buSzPts val="2400"/>
              <a:buNone/>
              <a:defRPr sz="2400">
                <a:solidFill>
                  <a:schemeClr val="bg2">
                    <a:lumMod val="50000"/>
                  </a:schemeClr>
                </a:solidFill>
              </a:defRPr>
            </a:lvl1pPr>
            <a:lvl2pPr lvl="1" algn="ctr">
              <a:lnSpc>
                <a:spcPct val="110000"/>
              </a:lnSpc>
              <a:spcBef>
                <a:spcPts val="1100"/>
              </a:spcBef>
              <a:spcAft>
                <a:spcPts val="0"/>
              </a:spcAft>
              <a:buClr>
                <a:schemeClr val="dk1"/>
              </a:buClr>
              <a:buSzPts val="2800"/>
              <a:buNone/>
              <a:defRPr sz="2000"/>
            </a:lvl2pPr>
            <a:lvl3pPr lvl="2" algn="ctr">
              <a:lnSpc>
                <a:spcPct val="122222"/>
              </a:lnSpc>
              <a:spcBef>
                <a:spcPts val="1100"/>
              </a:spcBef>
              <a:spcAft>
                <a:spcPts val="0"/>
              </a:spcAft>
              <a:buSzPts val="1800"/>
              <a:buNone/>
              <a:defRPr sz="1800"/>
            </a:lvl3pPr>
            <a:lvl4pPr lvl="3" algn="ctr">
              <a:lnSpc>
                <a:spcPct val="137500"/>
              </a:lnSpc>
              <a:spcBef>
                <a:spcPts val="1100"/>
              </a:spcBef>
              <a:spcAft>
                <a:spcPts val="0"/>
              </a:spcAft>
              <a:buClr>
                <a:schemeClr val="dk1"/>
              </a:buClr>
              <a:buSzPts val="1600"/>
              <a:buNone/>
              <a:defRPr sz="1600"/>
            </a:lvl4pPr>
            <a:lvl5pPr lvl="4" algn="ctr">
              <a:lnSpc>
                <a:spcPct val="137500"/>
              </a:lnSpc>
              <a:spcBef>
                <a:spcPts val="1100"/>
              </a:spcBef>
              <a:spcAft>
                <a:spcPts val="0"/>
              </a:spcAft>
              <a:buClr>
                <a:schemeClr val="dk1"/>
              </a:buClr>
              <a:buSzPts val="2080"/>
              <a:buNone/>
              <a:defRPr sz="1600"/>
            </a:lvl5pPr>
            <a:lvl6pPr lvl="5" algn="ctr">
              <a:lnSpc>
                <a:spcPct val="90000"/>
              </a:lnSpc>
              <a:spcBef>
                <a:spcPts val="11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pic>
        <p:nvPicPr>
          <p:cNvPr id="53" name="Google Shape;53;p6"/>
          <p:cNvPicPr preferRelativeResize="0"/>
          <p:nvPr/>
        </p:nvPicPr>
        <p:blipFill rotWithShape="1">
          <a:blip r:embed="rId4">
            <a:alphaModFix/>
            <a:duotone>
              <a:schemeClr val="accent4">
                <a:shade val="45000"/>
                <a:satMod val="135000"/>
              </a:schemeClr>
              <a:prstClr val="white"/>
            </a:duotone>
          </a:blip>
          <a:srcRect/>
          <a:stretch/>
        </p:blipFill>
        <p:spPr>
          <a:xfrm>
            <a:off x="465589" y="5734050"/>
            <a:ext cx="2229230" cy="828000"/>
          </a:xfrm>
          <a:prstGeom prst="rect">
            <a:avLst/>
          </a:prstGeom>
          <a:noFill/>
          <a:ln>
            <a:noFill/>
          </a:ln>
        </p:spPr>
      </p:pic>
      <p:pic>
        <p:nvPicPr>
          <p:cNvPr id="2" name="Grafik 1" descr="Ein Bild, das Text, Schrift, Screenshot, Grafiken enthält.&#10;&#10;KI-generierte Inhalte können fehlerhaft sein.">
            <a:extLst>
              <a:ext uri="{FF2B5EF4-FFF2-40B4-BE49-F238E27FC236}">
                <a16:creationId xmlns:a16="http://schemas.microsoft.com/office/drawing/2014/main" id="{EC072C3A-9DC1-18BF-6974-3EEFD44EE1E4}"/>
              </a:ext>
            </a:extLst>
          </p:cNvPr>
          <p:cNvPicPr>
            <a:picLocks noChangeAspect="1"/>
          </p:cNvPicPr>
          <p:nvPr userDrawn="1"/>
        </p:nvPicPr>
        <p:blipFill>
          <a:blip r:embed="rId5"/>
          <a:stretch>
            <a:fillRect/>
          </a:stretch>
        </p:blipFill>
        <p:spPr>
          <a:xfrm>
            <a:off x="10026263" y="453524"/>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B6E005FD-DA69-BC23-E7D7-52DB0268EA80}"/>
              </a:ext>
            </a:extLst>
          </p:cNvPr>
          <p:cNvPicPr>
            <a:picLocks noChangeAspect="1"/>
          </p:cNvPicPr>
          <p:nvPr userDrawn="1"/>
        </p:nvPicPr>
        <p:blipFill>
          <a:blip r:embed="rId6"/>
          <a:stretch>
            <a:fillRect/>
          </a:stretch>
        </p:blipFill>
        <p:spPr>
          <a:xfrm>
            <a:off x="10026263" y="1152000"/>
            <a:ext cx="1705178" cy="113812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Leer dunkel" preserve="1">
  <p:cSld name="Leer hell_2">
    <p:bg>
      <p:bgPr>
        <a:solidFill>
          <a:schemeClr val="bg1"/>
        </a:solidFill>
        <a:effectLst/>
      </p:bgPr>
    </p:bg>
    <p:spTree>
      <p:nvGrpSpPr>
        <p:cNvPr id="1" name="Shape 61"/>
        <p:cNvGrpSpPr/>
        <p:nvPr/>
      </p:nvGrpSpPr>
      <p:grpSpPr>
        <a:xfrm>
          <a:off x="0" y="0"/>
          <a:ext cx="0" cy="0"/>
          <a:chOff x="0" y="0"/>
          <a:chExt cx="0" cy="0"/>
        </a:xfrm>
      </p:grpSpPr>
      <p:pic>
        <p:nvPicPr>
          <p:cNvPr id="8" name="Google Shape;42;p5">
            <a:extLst>
              <a:ext uri="{FF2B5EF4-FFF2-40B4-BE49-F238E27FC236}">
                <a16:creationId xmlns:a16="http://schemas.microsoft.com/office/drawing/2014/main" id="{F47AA3BD-061C-FFF1-2597-0E003D1A2DD3}"/>
              </a:ext>
            </a:extLst>
          </p:cNvPr>
          <p:cNvPicPr preferRelativeResize="0"/>
          <p:nvPr userDrawn="1"/>
        </p:nvPicPr>
        <p:blipFill rotWithShape="1">
          <a:blip r:embed="rId2">
            <a:alphaModFix amt="70000"/>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652"/>
                    </a14:imgEffect>
                    <a14:imgEffect>
                      <a14:saturation sat="350000"/>
                    </a14:imgEffect>
                    <a14:imgEffect>
                      <a14:brightnessContrast bright="-100000"/>
                    </a14:imgEffect>
                  </a14:imgLayer>
                </a14:imgProps>
              </a:ext>
            </a:extLst>
          </a:blip>
          <a:srcRect l="31937" b="16168"/>
          <a:stretch/>
        </p:blipFill>
        <p:spPr>
          <a:xfrm>
            <a:off x="-1" y="260101"/>
            <a:ext cx="6575577" cy="6597900"/>
          </a:xfrm>
          <a:prstGeom prst="rect">
            <a:avLst/>
          </a:prstGeom>
          <a:noFill/>
          <a:ln>
            <a:noFill/>
          </a:ln>
        </p:spPr>
      </p:pic>
      <p:pic>
        <p:nvPicPr>
          <p:cNvPr id="4" name="Grafik 3" descr="Ein Bild, das Text, Schrift, Screenshot, Grafiken enthält.&#10;&#10;KI-generierte Inhalte können fehlerhaft sein.">
            <a:extLst>
              <a:ext uri="{FF2B5EF4-FFF2-40B4-BE49-F238E27FC236}">
                <a16:creationId xmlns:a16="http://schemas.microsoft.com/office/drawing/2014/main" id="{DAA60E84-C429-8733-F2F3-E5D8F355959F}"/>
              </a:ext>
            </a:extLst>
          </p:cNvPr>
          <p:cNvPicPr>
            <a:picLocks noChangeAspect="1"/>
          </p:cNvPicPr>
          <p:nvPr userDrawn="1"/>
        </p:nvPicPr>
        <p:blipFill>
          <a:blip r:embed="rId4"/>
          <a:stretch>
            <a:fillRect/>
          </a:stretch>
        </p:blipFill>
        <p:spPr>
          <a:xfrm>
            <a:off x="10226606" y="260100"/>
            <a:ext cx="1705178" cy="603083"/>
          </a:xfrm>
          <a:prstGeom prst="rect">
            <a:avLst/>
          </a:prstGeom>
        </p:spPr>
      </p:pic>
      <p:pic>
        <p:nvPicPr>
          <p:cNvPr id="2" name="Grafik 1" descr="Ein Bild, das Text, Schrift, Screenshot, Visitenkarte enthält.&#10;&#10;KI-generierte Inhalte können fehlerhaft sein.">
            <a:extLst>
              <a:ext uri="{FF2B5EF4-FFF2-40B4-BE49-F238E27FC236}">
                <a16:creationId xmlns:a16="http://schemas.microsoft.com/office/drawing/2014/main" id="{D7CADC23-6428-4139-3752-F45AF64B83BF}"/>
              </a:ext>
            </a:extLst>
          </p:cNvPr>
          <p:cNvPicPr>
            <a:picLocks noChangeAspect="1"/>
          </p:cNvPicPr>
          <p:nvPr userDrawn="1"/>
        </p:nvPicPr>
        <p:blipFill>
          <a:blip r:embed="rId5"/>
          <a:stretch>
            <a:fillRect/>
          </a:stretch>
        </p:blipFill>
        <p:spPr>
          <a:xfrm>
            <a:off x="10226606" y="863183"/>
            <a:ext cx="1705178" cy="1138121"/>
          </a:xfrm>
          <a:prstGeom prst="rect">
            <a:avLst/>
          </a:prstGeom>
        </p:spPr>
      </p:pic>
    </p:spTree>
    <p:extLst>
      <p:ext uri="{BB962C8B-B14F-4D97-AF65-F5344CB8AC3E}">
        <p14:creationId xmlns:p14="http://schemas.microsoft.com/office/powerpoint/2010/main" val="3199661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Zitat mit Bild" userDrawn="1">
  <p:cSld name="Zitat mit Bild">
    <p:bg>
      <p:bgPr>
        <a:solidFill>
          <a:schemeClr val="accent3"/>
        </a:solidFill>
        <a:effectLst/>
      </p:bgPr>
    </p:bg>
    <p:spTree>
      <p:nvGrpSpPr>
        <p:cNvPr id="1" name="Shape 67"/>
        <p:cNvGrpSpPr/>
        <p:nvPr/>
      </p:nvGrpSpPr>
      <p:grpSpPr>
        <a:xfrm>
          <a:off x="0" y="0"/>
          <a:ext cx="0" cy="0"/>
          <a:chOff x="0" y="0"/>
          <a:chExt cx="0" cy="0"/>
        </a:xfrm>
      </p:grpSpPr>
      <p:sp>
        <p:nvSpPr>
          <p:cNvPr id="72" name="Google Shape;72;p9"/>
          <p:cNvSpPr>
            <a:spLocks noGrp="1"/>
          </p:cNvSpPr>
          <p:nvPr>
            <p:ph type="pic" idx="2"/>
          </p:nvPr>
        </p:nvSpPr>
        <p:spPr>
          <a:xfrm>
            <a:off x="5976938" y="-1"/>
            <a:ext cx="6215062" cy="6858001"/>
          </a:xfrm>
          <a:prstGeom prst="rect">
            <a:avLst/>
          </a:prstGeom>
          <a:solidFill>
            <a:schemeClr val="bg1"/>
          </a:solidFill>
          <a:ln>
            <a:noFill/>
          </a:ln>
        </p:spPr>
      </p:sp>
      <p:sp>
        <p:nvSpPr>
          <p:cNvPr id="76" name="Google Shape;76;p9"/>
          <p:cNvSpPr txBox="1">
            <a:spLocks noGrp="1"/>
          </p:cNvSpPr>
          <p:nvPr>
            <p:ph type="sldNum" idx="12"/>
          </p:nvPr>
        </p:nvSpPr>
        <p:spPr>
          <a:xfrm>
            <a:off x="11524104" y="6459251"/>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dirty="0"/>
          </a:p>
        </p:txBody>
      </p:sp>
      <p:sp>
        <p:nvSpPr>
          <p:cNvPr id="3" name="Gleichschenkliges Dreieck 2">
            <a:extLst>
              <a:ext uri="{FF2B5EF4-FFF2-40B4-BE49-F238E27FC236}">
                <a16:creationId xmlns:a16="http://schemas.microsoft.com/office/drawing/2014/main" id="{5640E307-2BF9-CACF-4C05-D4C13B05D7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80C61190-CD21-681A-3A04-E027813C8910}"/>
              </a:ext>
            </a:extLst>
          </p:cNvPr>
          <p:cNvPicPr>
            <a:picLocks noChangeAspect="1"/>
          </p:cNvPicPr>
          <p:nvPr userDrawn="1"/>
        </p:nvPicPr>
        <p:blipFill>
          <a:blip r:embed="rId2"/>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AE162294-E63D-B8E4-23E2-BCED6DD32EED}"/>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6D2527C2-7F56-98F6-7066-F05A590E2D9B}"/>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 name="Google Shape;104;p12">
            <a:extLst>
              <a:ext uri="{FF2B5EF4-FFF2-40B4-BE49-F238E27FC236}">
                <a16:creationId xmlns:a16="http://schemas.microsoft.com/office/drawing/2014/main" id="{78011120-BB62-FEEF-47A5-CC5E0ADEDFBA}"/>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1"/>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9" name="Google Shape;134;p15">
            <a:extLst>
              <a:ext uri="{FF2B5EF4-FFF2-40B4-BE49-F238E27FC236}">
                <a16:creationId xmlns:a16="http://schemas.microsoft.com/office/drawing/2014/main" id="{D15598A7-DB5B-B8C8-4182-4D26D183AEBB}"/>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ext links, 3 Fotos rechts" userDrawn="1">
  <p:cSld name="Text links, 3 Fotos rechts">
    <p:spTree>
      <p:nvGrpSpPr>
        <p:cNvPr id="1" name="Shape 77"/>
        <p:cNvGrpSpPr/>
        <p:nvPr/>
      </p:nvGrpSpPr>
      <p:grpSpPr>
        <a:xfrm>
          <a:off x="0" y="0"/>
          <a:ext cx="0" cy="0"/>
          <a:chOff x="0" y="0"/>
          <a:chExt cx="0" cy="0"/>
        </a:xfrm>
      </p:grpSpPr>
      <p:sp>
        <p:nvSpPr>
          <p:cNvPr id="79" name="Google Shape;79;p10"/>
          <p:cNvSpPr>
            <a:spLocks noGrp="1"/>
          </p:cNvSpPr>
          <p:nvPr>
            <p:ph type="pic" idx="2"/>
          </p:nvPr>
        </p:nvSpPr>
        <p:spPr>
          <a:xfrm>
            <a:off x="6094800" y="1132645"/>
            <a:ext cx="5616575" cy="5012562"/>
          </a:xfrm>
          <a:prstGeom prst="rect">
            <a:avLst/>
          </a:prstGeom>
          <a:solidFill>
            <a:schemeClr val="bg1"/>
          </a:solidFill>
          <a:ln>
            <a:noFill/>
          </a:ln>
        </p:spPr>
      </p:sp>
      <p:sp>
        <p:nvSpPr>
          <p:cNvPr id="83" name="Google Shape;83;p10"/>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36C69AB-71BA-35D0-5DC2-020FD72727A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5" name="Gleichschenkliges Dreieck 4">
            <a:extLst>
              <a:ext uri="{FF2B5EF4-FFF2-40B4-BE49-F238E27FC236}">
                <a16:creationId xmlns:a16="http://schemas.microsoft.com/office/drawing/2014/main" id="{51AF5458-1F33-7EAE-8751-F24D3E564DA2}"/>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descr="Ein Bild, das Text, Schrift, Screenshot, Visitenkarte enthält.&#10;&#10;KI-generierte Inhalte können fehlerhaft sein.">
            <a:extLst>
              <a:ext uri="{FF2B5EF4-FFF2-40B4-BE49-F238E27FC236}">
                <a16:creationId xmlns:a16="http://schemas.microsoft.com/office/drawing/2014/main" id="{AF73E771-922B-A0AC-6CEB-0A89C788A8D4}"/>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7" name="Google Shape;139;p16">
            <a:extLst>
              <a:ext uri="{FF2B5EF4-FFF2-40B4-BE49-F238E27FC236}">
                <a16:creationId xmlns:a16="http://schemas.microsoft.com/office/drawing/2014/main" id="{4EA795FC-9247-8B6F-D503-8DB8D86A459C}"/>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8" name="Google Shape;140;p16">
            <a:extLst>
              <a:ext uri="{FF2B5EF4-FFF2-40B4-BE49-F238E27FC236}">
                <a16:creationId xmlns:a16="http://schemas.microsoft.com/office/drawing/2014/main" id="{74E7EFAB-5783-4320-7B8C-436DCBD5F8C5}"/>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 name="Google Shape;104;p12">
            <a:extLst>
              <a:ext uri="{FF2B5EF4-FFF2-40B4-BE49-F238E27FC236}">
                <a16:creationId xmlns:a16="http://schemas.microsoft.com/office/drawing/2014/main" id="{EB61180E-BCC0-FC25-978B-E063025564E3}"/>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34;p15">
            <a:extLst>
              <a:ext uri="{FF2B5EF4-FFF2-40B4-BE49-F238E27FC236}">
                <a16:creationId xmlns:a16="http://schemas.microsoft.com/office/drawing/2014/main" id="{2D1482AC-51B3-ADB0-D743-121C59C19CD0}"/>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1_Text links, 3 Fotos rechts" userDrawn="1">
  <p:cSld name="1_Text links, 3 Fotos rechts">
    <p:spTree>
      <p:nvGrpSpPr>
        <p:cNvPr id="1" name="Shape 86"/>
        <p:cNvGrpSpPr/>
        <p:nvPr/>
      </p:nvGrpSpPr>
      <p:grpSpPr>
        <a:xfrm>
          <a:off x="0" y="0"/>
          <a:ext cx="0" cy="0"/>
          <a:chOff x="0" y="0"/>
          <a:chExt cx="0" cy="0"/>
        </a:xfrm>
      </p:grpSpPr>
      <p:sp>
        <p:nvSpPr>
          <p:cNvPr id="88" name="Google Shape;88;p11"/>
          <p:cNvSpPr>
            <a:spLocks noGrp="1"/>
          </p:cNvSpPr>
          <p:nvPr>
            <p:ph type="pic" idx="2"/>
          </p:nvPr>
        </p:nvSpPr>
        <p:spPr>
          <a:xfrm>
            <a:off x="6094800" y="1132645"/>
            <a:ext cx="5616575" cy="2340000"/>
          </a:xfrm>
          <a:prstGeom prst="rect">
            <a:avLst/>
          </a:prstGeom>
          <a:solidFill>
            <a:schemeClr val="bg1"/>
          </a:solidFill>
          <a:ln>
            <a:noFill/>
          </a:ln>
        </p:spPr>
      </p:sp>
      <p:sp>
        <p:nvSpPr>
          <p:cNvPr id="92" name="Google Shape;92;p11"/>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95" name="Google Shape;95;p11"/>
          <p:cNvSpPr>
            <a:spLocks noGrp="1"/>
          </p:cNvSpPr>
          <p:nvPr>
            <p:ph type="pic" idx="3"/>
          </p:nvPr>
        </p:nvSpPr>
        <p:spPr>
          <a:xfrm>
            <a:off x="6095999" y="3805207"/>
            <a:ext cx="5615375"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EC10F341-74D3-D39A-82DD-6DEDDE1DB24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24CE71F0-15EB-9D75-ABB8-6AB53DF35864}"/>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F2E2A29-DC49-1C86-6108-BA6A188D3417}"/>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7DEC054-E745-A070-24FC-86C5322CF824}"/>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DF52E6A9-ECE3-383C-5B55-3BEEFA354C2E}"/>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1D8C8578-FBEB-83BF-088F-0FF036B33714}"/>
              </a:ext>
            </a:extLst>
          </p:cNvPr>
          <p:cNvSpPr txBox="1">
            <a:spLocks noGrp="1"/>
          </p:cNvSpPr>
          <p:nvPr>
            <p:ph type="body" idx="1"/>
          </p:nvPr>
        </p:nvSpPr>
        <p:spPr>
          <a:xfrm>
            <a:off x="474214" y="1602999"/>
            <a:ext cx="5341916"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E04D412F-B365-ECD8-8FFF-3B124DCAD3CD}"/>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2_Text links, 3 Fotos rechts" userDrawn="1">
  <p:cSld name="2_Text links, 3 Fotos rechts">
    <p:spTree>
      <p:nvGrpSpPr>
        <p:cNvPr id="1" name="Shape 96"/>
        <p:cNvGrpSpPr/>
        <p:nvPr/>
      </p:nvGrpSpPr>
      <p:grpSpPr>
        <a:xfrm>
          <a:off x="0" y="0"/>
          <a:ext cx="0" cy="0"/>
          <a:chOff x="0" y="0"/>
          <a:chExt cx="0" cy="0"/>
        </a:xfrm>
      </p:grpSpPr>
      <p:sp>
        <p:nvSpPr>
          <p:cNvPr id="98" name="Google Shape;98;p12"/>
          <p:cNvSpPr>
            <a:spLocks noGrp="1"/>
          </p:cNvSpPr>
          <p:nvPr>
            <p:ph type="pic" idx="2"/>
          </p:nvPr>
        </p:nvSpPr>
        <p:spPr>
          <a:xfrm>
            <a:off x="6094800" y="1132645"/>
            <a:ext cx="5616575" cy="2340000"/>
          </a:xfrm>
          <a:prstGeom prst="rect">
            <a:avLst/>
          </a:prstGeom>
          <a:solidFill>
            <a:schemeClr val="bg1"/>
          </a:solidFill>
          <a:ln>
            <a:noFill/>
          </a:ln>
        </p:spPr>
      </p:sp>
      <p:sp>
        <p:nvSpPr>
          <p:cNvPr id="102" name="Google Shape;102;p12"/>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05" name="Google Shape;105;p12"/>
          <p:cNvSpPr>
            <a:spLocks noGrp="1"/>
          </p:cNvSpPr>
          <p:nvPr>
            <p:ph type="pic" idx="3"/>
          </p:nvPr>
        </p:nvSpPr>
        <p:spPr>
          <a:xfrm>
            <a:off x="6096000" y="3805207"/>
            <a:ext cx="2628000" cy="2340000"/>
          </a:xfrm>
          <a:prstGeom prst="rect">
            <a:avLst/>
          </a:prstGeom>
          <a:solidFill>
            <a:schemeClr val="bg1"/>
          </a:solidFill>
          <a:ln>
            <a:noFill/>
          </a:ln>
        </p:spPr>
      </p:sp>
      <p:sp>
        <p:nvSpPr>
          <p:cNvPr id="106" name="Google Shape;106;p12"/>
          <p:cNvSpPr>
            <a:spLocks noGrp="1"/>
          </p:cNvSpPr>
          <p:nvPr>
            <p:ph type="pic" idx="4"/>
          </p:nvPr>
        </p:nvSpPr>
        <p:spPr>
          <a:xfrm>
            <a:off x="9084575" y="3805207"/>
            <a:ext cx="2628000" cy="2340000"/>
          </a:xfrm>
          <a:prstGeom prst="rect">
            <a:avLst/>
          </a:prstGeom>
          <a:solidFill>
            <a:schemeClr val="bg1"/>
          </a:solidFill>
          <a:ln>
            <a:noFill/>
          </a:ln>
        </p:spPr>
      </p:sp>
      <p:pic>
        <p:nvPicPr>
          <p:cNvPr id="2" name="Grafik 1" descr="Ein Bild, das Text, Schrift, Screenshot, Grafiken enthält.&#10;&#10;KI-generierte Inhalte können fehlerhaft sein.">
            <a:extLst>
              <a:ext uri="{FF2B5EF4-FFF2-40B4-BE49-F238E27FC236}">
                <a16:creationId xmlns:a16="http://schemas.microsoft.com/office/drawing/2014/main" id="{5E81F2A6-5D28-F8CC-6798-1C5AC63C5526}"/>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88D9641-BD84-AF99-56EA-32FAB7819B5E}"/>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E5A686B0-5E21-A25A-FCD9-784EF64484C2}"/>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8F0B0378-24FB-537A-F362-B215B2C87B58}"/>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340496D2-C60D-B8EB-90F8-98409EF57000}"/>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04;p12">
            <a:extLst>
              <a:ext uri="{FF2B5EF4-FFF2-40B4-BE49-F238E27FC236}">
                <a16:creationId xmlns:a16="http://schemas.microsoft.com/office/drawing/2014/main" id="{B2B8A8F7-A707-64C7-2AE6-81416C6C55EF}"/>
              </a:ext>
            </a:extLst>
          </p:cNvPr>
          <p:cNvSpPr txBox="1">
            <a:spLocks noGrp="1"/>
          </p:cNvSpPr>
          <p:nvPr>
            <p:ph type="body" idx="1"/>
          </p:nvPr>
        </p:nvSpPr>
        <p:spPr>
          <a:xfrm>
            <a:off x="480626" y="1602999"/>
            <a:ext cx="5335504" cy="3891021"/>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400DC504-4891-BD2A-4E5C-EE4335FF40BA}"/>
              </a:ext>
            </a:extLst>
          </p:cNvPr>
          <p:cNvSpPr txBox="1">
            <a:spLocks noGrp="1"/>
          </p:cNvSpPr>
          <p:nvPr>
            <p:ph type="title"/>
          </p:nvPr>
        </p:nvSpPr>
        <p:spPr>
          <a:xfrm>
            <a:off x="474213" y="616823"/>
            <a:ext cx="5341917"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ext rechts, 1 Foto schmal links">
  <p:cSld name="Text rechts, 1 Foto schmal links">
    <p:bg>
      <p:bgPr>
        <a:solidFill>
          <a:schemeClr val="dk2"/>
        </a:solidFill>
        <a:effectLst/>
      </p:bgPr>
    </p:bg>
    <p:spTree>
      <p:nvGrpSpPr>
        <p:cNvPr id="1" name="Shape 117"/>
        <p:cNvGrpSpPr/>
        <p:nvPr/>
      </p:nvGrpSpPr>
      <p:grpSpPr>
        <a:xfrm>
          <a:off x="0" y="0"/>
          <a:ext cx="0" cy="0"/>
          <a:chOff x="0" y="0"/>
          <a:chExt cx="0" cy="0"/>
        </a:xfrm>
      </p:grpSpPr>
      <p:sp>
        <p:nvSpPr>
          <p:cNvPr id="118" name="Google Shape;118;p14"/>
          <p:cNvSpPr/>
          <p:nvPr/>
        </p:nvSpPr>
        <p:spPr>
          <a:xfrm>
            <a:off x="-2" y="0"/>
            <a:ext cx="12191999" cy="6858000"/>
          </a:xfrm>
          <a:custGeom>
            <a:avLst/>
            <a:gdLst/>
            <a:ahLst/>
            <a:cxnLst/>
            <a:rect l="l" t="t" r="r" b="b"/>
            <a:pathLst>
              <a:path w="12191999" h="6858000" extrusionOk="0">
                <a:moveTo>
                  <a:pt x="3945774" y="0"/>
                </a:moveTo>
                <a:lnTo>
                  <a:pt x="12191999" y="0"/>
                </a:lnTo>
                <a:lnTo>
                  <a:pt x="12191999" y="6858000"/>
                </a:lnTo>
                <a:lnTo>
                  <a:pt x="8246225" y="6858000"/>
                </a:lnTo>
                <a:lnTo>
                  <a:pt x="3945774" y="6858000"/>
                </a:lnTo>
                <a:lnTo>
                  <a:pt x="0" y="6858000"/>
                </a:lnTo>
                <a:lnTo>
                  <a:pt x="0" y="6367464"/>
                </a:lnTo>
                <a:lnTo>
                  <a:pt x="3945774" y="6367464"/>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Verdana"/>
              <a:ea typeface="Verdana"/>
              <a:cs typeface="Verdana"/>
              <a:sym typeface="Verdana"/>
            </a:endParaRPr>
          </a:p>
        </p:txBody>
      </p:sp>
      <p:sp>
        <p:nvSpPr>
          <p:cNvPr id="119" name="Google Shape;119;p14"/>
          <p:cNvSpPr/>
          <p:nvPr/>
        </p:nvSpPr>
        <p:spPr>
          <a:xfrm>
            <a:off x="-1" y="0"/>
            <a:ext cx="12191999" cy="6858000"/>
          </a:xfrm>
          <a:custGeom>
            <a:avLst/>
            <a:gdLst/>
            <a:ahLst/>
            <a:cxnLst/>
            <a:rect l="l" t="t" r="r" b="b"/>
            <a:pathLst>
              <a:path w="12191999" h="6858000" extrusionOk="0">
                <a:moveTo>
                  <a:pt x="0" y="0"/>
                </a:moveTo>
                <a:lnTo>
                  <a:pt x="1" y="0"/>
                </a:lnTo>
                <a:lnTo>
                  <a:pt x="1" y="6368304"/>
                </a:lnTo>
                <a:lnTo>
                  <a:pt x="5847965" y="6368304"/>
                </a:lnTo>
                <a:lnTo>
                  <a:pt x="5847965" y="0"/>
                </a:lnTo>
                <a:lnTo>
                  <a:pt x="12191999" y="0"/>
                </a:lnTo>
                <a:lnTo>
                  <a:pt x="12191999" y="6858000"/>
                </a:lnTo>
                <a:lnTo>
                  <a:pt x="0" y="6858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de-DE" sz="1800">
                <a:solidFill>
                  <a:schemeClr val="lt1"/>
                </a:solidFill>
                <a:latin typeface="Verdana"/>
                <a:ea typeface="Verdana"/>
                <a:cs typeface="Verdana"/>
                <a:sym typeface="Verdana"/>
              </a:rPr>
              <a:t> </a:t>
            </a:r>
            <a:endParaRPr/>
          </a:p>
        </p:txBody>
      </p:sp>
      <p:sp>
        <p:nvSpPr>
          <p:cNvPr id="121" name="Google Shape;121;p14"/>
          <p:cNvSpPr>
            <a:spLocks noGrp="1"/>
          </p:cNvSpPr>
          <p:nvPr>
            <p:ph type="pic" idx="2"/>
          </p:nvPr>
        </p:nvSpPr>
        <p:spPr>
          <a:xfrm>
            <a:off x="0" y="592976"/>
            <a:ext cx="3924300" cy="3498578"/>
          </a:xfrm>
          <a:prstGeom prst="rect">
            <a:avLst/>
          </a:prstGeom>
          <a:noFill/>
          <a:ln>
            <a:noFill/>
          </a:ln>
        </p:spPr>
      </p:sp>
      <p:sp>
        <p:nvSpPr>
          <p:cNvPr id="125" name="Google Shape;125;p14"/>
          <p:cNvSpPr txBox="1">
            <a:spLocks noGrp="1"/>
          </p:cNvSpPr>
          <p:nvPr>
            <p:ph type="sldNum" idx="12"/>
          </p:nvPr>
        </p:nvSpPr>
        <p:spPr>
          <a:xfrm>
            <a:off x="11531078" y="6419049"/>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sz="1100">
                <a:solidFill>
                  <a:schemeClr val="dk2"/>
                </a:solidFill>
                <a:latin typeface="Verdana"/>
                <a:ea typeface="Verdana"/>
                <a:cs typeface="Verdana"/>
                <a:sym typeface="Verdana"/>
              </a:defRPr>
            </a:lvl1pPr>
            <a:lvl2pPr marL="0" lvl="1" indent="0" algn="r">
              <a:spcBef>
                <a:spcPts val="0"/>
              </a:spcBef>
              <a:buNone/>
              <a:defRPr sz="1100">
                <a:solidFill>
                  <a:schemeClr val="dk2"/>
                </a:solidFill>
                <a:latin typeface="Verdana"/>
                <a:ea typeface="Verdana"/>
                <a:cs typeface="Verdana"/>
                <a:sym typeface="Verdana"/>
              </a:defRPr>
            </a:lvl2pPr>
            <a:lvl3pPr marL="0" lvl="2" indent="0" algn="r">
              <a:spcBef>
                <a:spcPts val="0"/>
              </a:spcBef>
              <a:buNone/>
              <a:defRPr sz="1100">
                <a:solidFill>
                  <a:schemeClr val="dk2"/>
                </a:solidFill>
                <a:latin typeface="Verdana"/>
                <a:ea typeface="Verdana"/>
                <a:cs typeface="Verdana"/>
                <a:sym typeface="Verdana"/>
              </a:defRPr>
            </a:lvl3pPr>
            <a:lvl4pPr marL="0" lvl="3" indent="0" algn="r">
              <a:spcBef>
                <a:spcPts val="0"/>
              </a:spcBef>
              <a:buNone/>
              <a:defRPr sz="1100">
                <a:solidFill>
                  <a:schemeClr val="dk2"/>
                </a:solidFill>
                <a:latin typeface="Verdana"/>
                <a:ea typeface="Verdana"/>
                <a:cs typeface="Verdana"/>
                <a:sym typeface="Verdana"/>
              </a:defRPr>
            </a:lvl4pPr>
            <a:lvl5pPr marL="0" lvl="4" indent="0" algn="r">
              <a:spcBef>
                <a:spcPts val="0"/>
              </a:spcBef>
              <a:buNone/>
              <a:defRPr sz="1100">
                <a:solidFill>
                  <a:schemeClr val="dk2"/>
                </a:solidFill>
                <a:latin typeface="Verdana"/>
                <a:ea typeface="Verdana"/>
                <a:cs typeface="Verdana"/>
                <a:sym typeface="Verdana"/>
              </a:defRPr>
            </a:lvl5pPr>
            <a:lvl6pPr marL="0" lvl="5" indent="0" algn="r">
              <a:spcBef>
                <a:spcPts val="0"/>
              </a:spcBef>
              <a:buNone/>
              <a:defRPr sz="1100">
                <a:solidFill>
                  <a:schemeClr val="dk2"/>
                </a:solidFill>
                <a:latin typeface="Verdana"/>
                <a:ea typeface="Verdana"/>
                <a:cs typeface="Verdana"/>
                <a:sym typeface="Verdana"/>
              </a:defRPr>
            </a:lvl6pPr>
            <a:lvl7pPr marL="0" lvl="6" indent="0" algn="r">
              <a:spcBef>
                <a:spcPts val="0"/>
              </a:spcBef>
              <a:buNone/>
              <a:defRPr sz="1100">
                <a:solidFill>
                  <a:schemeClr val="dk2"/>
                </a:solidFill>
                <a:latin typeface="Verdana"/>
                <a:ea typeface="Verdana"/>
                <a:cs typeface="Verdana"/>
                <a:sym typeface="Verdana"/>
              </a:defRPr>
            </a:lvl7pPr>
            <a:lvl8pPr marL="0" lvl="7" indent="0" algn="r">
              <a:spcBef>
                <a:spcPts val="0"/>
              </a:spcBef>
              <a:buNone/>
              <a:defRPr sz="1100">
                <a:solidFill>
                  <a:schemeClr val="dk2"/>
                </a:solidFill>
                <a:latin typeface="Verdana"/>
                <a:ea typeface="Verdana"/>
                <a:cs typeface="Verdana"/>
                <a:sym typeface="Verdana"/>
              </a:defRPr>
            </a:lvl8pPr>
            <a:lvl9pPr marL="0" lvl="8" indent="0" algn="r">
              <a:spcBef>
                <a:spcPts val="0"/>
              </a:spcBef>
              <a:buNone/>
              <a:defRPr sz="1100">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126" name="Google Shape;126;p14"/>
          <p:cNvSpPr txBox="1">
            <a:spLocks noGrp="1"/>
          </p:cNvSpPr>
          <p:nvPr>
            <p:ph type="title"/>
          </p:nvPr>
        </p:nvSpPr>
        <p:spPr>
          <a:xfrm>
            <a:off x="4390768" y="592976"/>
            <a:ext cx="5721071" cy="774770"/>
          </a:xfrm>
          <a:prstGeom prst="rect">
            <a:avLst/>
          </a:prstGeom>
          <a:noFill/>
          <a:ln>
            <a:noFill/>
          </a:ln>
        </p:spPr>
        <p:txBody>
          <a:bodyPr spcFirstLastPara="1" wrap="square" lIns="0" tIns="0" rIns="0" bIns="0" anchor="b" anchorCtr="0">
            <a:noAutofit/>
          </a:bodyPr>
          <a:lstStyle>
            <a:lvl1pPr lvl="0" algn="l">
              <a:lnSpc>
                <a:spcPct val="118181"/>
              </a:lnSpc>
              <a:spcBef>
                <a:spcPts val="0"/>
              </a:spcBef>
              <a:spcAft>
                <a:spcPts val="0"/>
              </a:spcAft>
              <a:buClr>
                <a:schemeClr val="dk1"/>
              </a:buClr>
              <a:buSzPts val="2200"/>
              <a:buFont typeface="Verdana"/>
              <a:buNone/>
              <a:defRPr sz="3200" b="1" i="0"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27" name="Google Shape;127;p14"/>
          <p:cNvSpPr txBox="1">
            <a:spLocks noGrp="1"/>
          </p:cNvSpPr>
          <p:nvPr>
            <p:ph type="body" idx="1"/>
          </p:nvPr>
        </p:nvSpPr>
        <p:spPr>
          <a:xfrm>
            <a:off x="4390768" y="1613290"/>
            <a:ext cx="7140832" cy="4531922"/>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None/>
              <a:defRPr>
                <a:solidFill>
                  <a:schemeClr val="bg2">
                    <a:lumMod val="50000"/>
                  </a:schemeClr>
                </a:solidFill>
              </a:defRPr>
            </a:lvl1pPr>
            <a:lvl2pPr marL="914400" lvl="1" indent="-370840" algn="l">
              <a:lnSpc>
                <a:spcPct val="137500"/>
              </a:lnSpc>
              <a:spcBef>
                <a:spcPts val="1100"/>
              </a:spcBef>
              <a:spcAft>
                <a:spcPts val="0"/>
              </a:spcAft>
              <a:buClr>
                <a:schemeClr val="dk1"/>
              </a:buClr>
              <a:buSzPts val="2240"/>
              <a:buChar char="•"/>
              <a:defRPr>
                <a:solidFill>
                  <a:schemeClr val="dk1"/>
                </a:solidFill>
              </a:defRPr>
            </a:lvl2pPr>
            <a:lvl3pPr marL="1371600" lvl="2" indent="-330200" algn="l">
              <a:lnSpc>
                <a:spcPct val="137500"/>
              </a:lnSpc>
              <a:spcBef>
                <a:spcPts val="1100"/>
              </a:spcBef>
              <a:spcAft>
                <a:spcPts val="0"/>
              </a:spcAft>
              <a:buSzPts val="1600"/>
              <a:buAutoNum type="arabicPeriod"/>
              <a:defRPr>
                <a:solidFill>
                  <a:schemeClr val="dk1"/>
                </a:solidFill>
              </a:defRPr>
            </a:lvl3pPr>
            <a:lvl4pPr marL="1828800" lvl="3" indent="-228600" algn="l">
              <a:lnSpc>
                <a:spcPct val="137500"/>
              </a:lnSpc>
              <a:spcBef>
                <a:spcPts val="1100"/>
              </a:spcBef>
              <a:spcAft>
                <a:spcPts val="0"/>
              </a:spcAft>
              <a:buClr>
                <a:schemeClr val="dk1"/>
              </a:buClr>
              <a:buSzPts val="1600"/>
              <a:buNone/>
              <a:defRPr>
                <a:solidFill>
                  <a:schemeClr val="dk1"/>
                </a:solidFill>
              </a:defRPr>
            </a:lvl4pPr>
            <a:lvl5pPr marL="2286000" lvl="4" indent="-360679" algn="l">
              <a:lnSpc>
                <a:spcPct val="137500"/>
              </a:lnSpc>
              <a:spcBef>
                <a:spcPts val="1100"/>
              </a:spcBef>
              <a:spcAft>
                <a:spcPts val="0"/>
              </a:spcAft>
              <a:buClr>
                <a:schemeClr val="dk1"/>
              </a:buClr>
              <a:buSzPts val="2080"/>
              <a:buChar char="•"/>
              <a:defRPr>
                <a:solidFill>
                  <a:schemeClr val="dk1"/>
                </a:solidFill>
              </a:defRPr>
            </a:lvl5pPr>
            <a:lvl6pPr marL="2743200" lvl="5" indent="-342900" algn="l">
              <a:lnSpc>
                <a:spcPct val="90000"/>
              </a:lnSpc>
              <a:spcBef>
                <a:spcPts val="1100"/>
              </a:spcBef>
              <a:spcAft>
                <a:spcPts val="0"/>
              </a:spcAft>
              <a:buClr>
                <a:schemeClr val="lt1"/>
              </a:buClr>
              <a:buSzPts val="1800"/>
              <a:buChar char="•"/>
              <a:defRPr/>
            </a:lvl6pPr>
            <a:lvl7pPr marL="3200400" lvl="6" indent="-342900" algn="l">
              <a:lnSpc>
                <a:spcPct val="90000"/>
              </a:lnSpc>
              <a:spcBef>
                <a:spcPts val="500"/>
              </a:spcBef>
              <a:spcAft>
                <a:spcPts val="0"/>
              </a:spcAft>
              <a:buClr>
                <a:schemeClr val="lt1"/>
              </a:buClr>
              <a:buSzPts val="1800"/>
              <a:buChar char="•"/>
              <a:defRPr/>
            </a:lvl7pPr>
            <a:lvl8pPr marL="3657600" lvl="7" indent="-342900" algn="l">
              <a:lnSpc>
                <a:spcPct val="90000"/>
              </a:lnSpc>
              <a:spcBef>
                <a:spcPts val="500"/>
              </a:spcBef>
              <a:spcAft>
                <a:spcPts val="0"/>
              </a:spcAft>
              <a:buClr>
                <a:schemeClr val="lt1"/>
              </a:buClr>
              <a:buSzPts val="1800"/>
              <a:buChar char="•"/>
              <a:defRPr/>
            </a:lvl8pPr>
            <a:lvl9pPr marL="4114800" lvl="8" indent="-342900" algn="l">
              <a:lnSpc>
                <a:spcPct val="90000"/>
              </a:lnSpc>
              <a:spcBef>
                <a:spcPts val="500"/>
              </a:spcBef>
              <a:spcAft>
                <a:spcPts val="0"/>
              </a:spcAft>
              <a:buClr>
                <a:schemeClr val="lt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96EFFF25-385B-B573-04C3-4753EA149DE5}"/>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6" name="Gleichschenkliges Dreieck 5">
            <a:extLst>
              <a:ext uri="{FF2B5EF4-FFF2-40B4-BE49-F238E27FC236}">
                <a16:creationId xmlns:a16="http://schemas.microsoft.com/office/drawing/2014/main" id="{83CF15C8-1379-F561-58A2-DFB58095814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Text, Schrift, Screenshot, Visitenkarte enthält.&#10;&#10;KI-generierte Inhalte können fehlerhaft sein.">
            <a:extLst>
              <a:ext uri="{FF2B5EF4-FFF2-40B4-BE49-F238E27FC236}">
                <a16:creationId xmlns:a16="http://schemas.microsoft.com/office/drawing/2014/main" id="{AEB8A20E-582C-E039-6FFC-7380C391284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8" name="Google Shape;139;p16">
            <a:extLst>
              <a:ext uri="{FF2B5EF4-FFF2-40B4-BE49-F238E27FC236}">
                <a16:creationId xmlns:a16="http://schemas.microsoft.com/office/drawing/2014/main" id="{3E552C7A-FFE6-586F-5603-9B608A414867}"/>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9" name="Google Shape;140;p16">
            <a:extLst>
              <a:ext uri="{FF2B5EF4-FFF2-40B4-BE49-F238E27FC236}">
                <a16:creationId xmlns:a16="http://schemas.microsoft.com/office/drawing/2014/main" id="{FC3758D3-62C4-4057-E3D4-43C2E1551CB1}"/>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ext zweispaltig">
  <p:cSld name="Text zweispaltig">
    <p:spTree>
      <p:nvGrpSpPr>
        <p:cNvPr id="1" name="Shape 128"/>
        <p:cNvGrpSpPr/>
        <p:nvPr/>
      </p:nvGrpSpPr>
      <p:grpSpPr>
        <a:xfrm>
          <a:off x="0" y="0"/>
          <a:ext cx="0" cy="0"/>
          <a:chOff x="0" y="0"/>
          <a:chExt cx="0" cy="0"/>
        </a:xfrm>
      </p:grpSpPr>
      <p:sp>
        <p:nvSpPr>
          <p:cNvPr id="133" name="Google Shape;133;p15"/>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34" name="Google Shape;134;p15"/>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35" name="Google Shape;135;p15"/>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F4340363-2822-D629-90FC-1EE2DE58AE42}"/>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768B47B0-5C45-757E-2168-FC690B2658C1}"/>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D093CCAC-1F8A-7844-9CD6-F93EE61E589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a:extLst>
              <a:ext uri="{FF2B5EF4-FFF2-40B4-BE49-F238E27FC236}">
                <a16:creationId xmlns:a16="http://schemas.microsoft.com/office/drawing/2014/main" id="{9232B03C-5EE7-C1C1-AB07-63C80AECB1EB}"/>
              </a:ext>
            </a:extLst>
          </p:cNvPr>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a:extLst>
              <a:ext uri="{FF2B5EF4-FFF2-40B4-BE49-F238E27FC236}">
                <a16:creationId xmlns:a16="http://schemas.microsoft.com/office/drawing/2014/main" id="{B2E387E9-A790-4A41-8D34-2FF789C21CD7}"/>
              </a:ext>
            </a:extLst>
          </p:cNvPr>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ext dreispaltig" userDrawn="1">
  <p:cSld name="Text dreispaltig">
    <p:spTree>
      <p:nvGrpSpPr>
        <p:cNvPr id="1" name="Shape 136"/>
        <p:cNvGrpSpPr/>
        <p:nvPr/>
      </p:nvGrpSpPr>
      <p:grpSpPr>
        <a:xfrm>
          <a:off x="0" y="0"/>
          <a:ext cx="0" cy="0"/>
          <a:chOff x="0" y="0"/>
          <a:chExt cx="0" cy="0"/>
        </a:xfrm>
      </p:grpSpPr>
      <p:sp>
        <p:nvSpPr>
          <p:cNvPr id="141" name="Google Shape;141;p16"/>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A3AAD636-CB52-56E2-93AA-F9B53FE3F2B1}"/>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EA56A580-B1FD-BD2F-7BA8-750C92EA73F5}"/>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F86551C4-E7C2-F45F-3239-3286572BD7D1}"/>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9;p16"/>
          <p:cNvSpPr txBox="1">
            <a:spLocks noGrp="1"/>
          </p:cNvSpPr>
          <p:nvPr>
            <p:ph type="dt" idx="10"/>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 name="Google Shape;140;p16"/>
          <p:cNvSpPr txBox="1">
            <a:spLocks noGrp="1"/>
          </p:cNvSpPr>
          <p:nvPr>
            <p:ph type="ftr" idx="11"/>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 name="Google Shape;135;p15">
            <a:extLst>
              <a:ext uri="{FF2B5EF4-FFF2-40B4-BE49-F238E27FC236}">
                <a16:creationId xmlns:a16="http://schemas.microsoft.com/office/drawing/2014/main" id="{C252C7A8-9512-D729-3B1C-C6D65FEC7BB8}"/>
              </a:ext>
            </a:extLst>
          </p:cNvPr>
          <p:cNvSpPr txBox="1">
            <a:spLocks noGrp="1"/>
          </p:cNvSpPr>
          <p:nvPr>
            <p:ph type="body" idx="1"/>
          </p:nvPr>
        </p:nvSpPr>
        <p:spPr>
          <a:xfrm>
            <a:off x="1019175" y="1602995"/>
            <a:ext cx="10514013" cy="3875785"/>
          </a:xfrm>
          <a:prstGeom prst="rect">
            <a:avLst/>
          </a:prstGeom>
          <a:noFill/>
          <a:ln>
            <a:noFill/>
          </a:ln>
        </p:spPr>
        <p:txBody>
          <a:bodyPr spcFirstLastPara="1" wrap="square" lIns="0" tIns="0" rIns="0" bIns="0" anchor="t" anchorCtr="0">
            <a:noAutofit/>
          </a:bodyPr>
          <a:lstStyle>
            <a:lvl1pPr marL="457200" lvl="0" indent="-228600" algn="l">
              <a:lnSpc>
                <a:spcPct val="122222"/>
              </a:lnSpc>
              <a:spcBef>
                <a:spcPts val="0"/>
              </a:spcBef>
              <a:spcAft>
                <a:spcPts val="0"/>
              </a:spcAft>
              <a:buClr>
                <a:schemeClr val="dk1"/>
              </a:buClr>
              <a:buSzPts val="1800"/>
              <a:buNone/>
              <a:defRPr>
                <a:solidFill>
                  <a:schemeClr val="bg2">
                    <a:lumMod val="50000"/>
                  </a:schemeClr>
                </a:solidFill>
              </a:defRPr>
            </a:lvl1pPr>
            <a:lvl2pPr marL="914400" lvl="1" indent="-388619" algn="l">
              <a:lnSpc>
                <a:spcPct val="122222"/>
              </a:lnSpc>
              <a:spcBef>
                <a:spcPts val="1100"/>
              </a:spcBef>
              <a:spcAft>
                <a:spcPts val="0"/>
              </a:spcAft>
              <a:buClr>
                <a:schemeClr val="dk1"/>
              </a:buClr>
              <a:buSzPts val="2520"/>
              <a:buChar char="•"/>
              <a:defRPr/>
            </a:lvl2pPr>
            <a:lvl3pPr marL="1371600" lvl="2" indent="-342900" algn="l">
              <a:lnSpc>
                <a:spcPct val="122222"/>
              </a:lnSpc>
              <a:spcBef>
                <a:spcPts val="1100"/>
              </a:spcBef>
              <a:spcAft>
                <a:spcPts val="0"/>
              </a:spcAft>
              <a:buSzPts val="1800"/>
              <a:buAutoNum type="arabicPeriod"/>
              <a:defRPr/>
            </a:lvl3pPr>
            <a:lvl4pPr marL="1828800" lvl="3" indent="-228600" algn="l">
              <a:lnSpc>
                <a:spcPct val="122222"/>
              </a:lnSpc>
              <a:spcBef>
                <a:spcPts val="1100"/>
              </a:spcBef>
              <a:spcAft>
                <a:spcPts val="0"/>
              </a:spcAft>
              <a:buClr>
                <a:schemeClr val="dk1"/>
              </a:buClr>
              <a:buSzPts val="1800"/>
              <a:buNone/>
              <a:defRPr/>
            </a:lvl4pPr>
            <a:lvl5pPr marL="2286000" lvl="4" indent="-377189" algn="l">
              <a:lnSpc>
                <a:spcPct val="122222"/>
              </a:lnSpc>
              <a:spcBef>
                <a:spcPts val="1100"/>
              </a:spcBef>
              <a:spcAft>
                <a:spcPts val="0"/>
              </a:spcAft>
              <a:buClr>
                <a:schemeClr val="dk1"/>
              </a:buClr>
              <a:buSzPts val="2340"/>
              <a:buChar char="•"/>
              <a:defRPr/>
            </a:lvl5pPr>
            <a:lvl6pPr marL="2743200" lvl="5" indent="-342900" algn="l">
              <a:lnSpc>
                <a:spcPct val="90000"/>
              </a:lnSpc>
              <a:spcBef>
                <a:spcPts val="11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 name="Google Shape;134;p15">
            <a:extLst>
              <a:ext uri="{FF2B5EF4-FFF2-40B4-BE49-F238E27FC236}">
                <a16:creationId xmlns:a16="http://schemas.microsoft.com/office/drawing/2014/main" id="{8A407166-5C0A-38F2-027B-AF7C9B6D128D}"/>
              </a:ext>
            </a:extLst>
          </p:cNvPr>
          <p:cNvSpPr txBox="1">
            <a:spLocks noGrp="1"/>
          </p:cNvSpPr>
          <p:nvPr>
            <p:ph type="title"/>
          </p:nvPr>
        </p:nvSpPr>
        <p:spPr>
          <a:xfrm>
            <a:off x="1019172" y="595109"/>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opics" userDrawn="1">
  <p:cSld name="Topics">
    <p:spTree>
      <p:nvGrpSpPr>
        <p:cNvPr id="1" name="Shape 144"/>
        <p:cNvGrpSpPr/>
        <p:nvPr/>
      </p:nvGrpSpPr>
      <p:grpSpPr>
        <a:xfrm>
          <a:off x="0" y="0"/>
          <a:ext cx="0" cy="0"/>
          <a:chOff x="0" y="0"/>
          <a:chExt cx="0" cy="0"/>
        </a:xfrm>
      </p:grpSpPr>
      <p:sp>
        <p:nvSpPr>
          <p:cNvPr id="146" name="Google Shape;146;p17"/>
          <p:cNvSpPr txBox="1">
            <a:spLocks noGrp="1"/>
          </p:cNvSpPr>
          <p:nvPr>
            <p:ph type="body" idx="1"/>
          </p:nvPr>
        </p:nvSpPr>
        <p:spPr>
          <a:xfrm>
            <a:off x="474663" y="2024063"/>
            <a:ext cx="3600000" cy="655637"/>
          </a:xfrm>
          <a:prstGeom prst="rect">
            <a:avLst/>
          </a:prstGeom>
          <a:solidFill>
            <a:srgbClr val="007A9E"/>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7" name="Google Shape;147;p17"/>
          <p:cNvSpPr txBox="1">
            <a:spLocks noGrp="1"/>
          </p:cNvSpPr>
          <p:nvPr>
            <p:ph type="body" idx="2"/>
          </p:nvPr>
        </p:nvSpPr>
        <p:spPr>
          <a:xfrm>
            <a:off x="4293394" y="2024063"/>
            <a:ext cx="3600000" cy="655637"/>
          </a:xfrm>
          <a:prstGeom prst="rect">
            <a:avLst/>
          </a:prstGeom>
          <a:solidFill>
            <a:schemeClr val="bg2">
              <a:lumMod val="75000"/>
            </a:schemeClr>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8" name="Google Shape;148;p17"/>
          <p:cNvSpPr txBox="1">
            <a:spLocks noGrp="1"/>
          </p:cNvSpPr>
          <p:nvPr>
            <p:ph type="body" idx="3"/>
          </p:nvPr>
        </p:nvSpPr>
        <p:spPr>
          <a:xfrm>
            <a:off x="8112125" y="2024063"/>
            <a:ext cx="3600000" cy="655637"/>
          </a:xfrm>
          <a:prstGeom prst="rect">
            <a:avLst/>
          </a:prstGeom>
          <a:solidFill>
            <a:srgbClr val="18E797"/>
          </a:solidFill>
          <a:ln>
            <a:noFill/>
          </a:ln>
        </p:spPr>
        <p:txBody>
          <a:bodyPr spcFirstLastPara="1" wrap="square" lIns="0" tIns="0" rIns="0" bIns="0" anchor="ctr" anchorCtr="0">
            <a:noAutofit/>
          </a:bodyPr>
          <a:lstStyle>
            <a:lvl1pPr marL="457200" lvl="0" indent="-228600" algn="ctr">
              <a:lnSpc>
                <a:spcPct val="140000"/>
              </a:lnSpc>
              <a:spcBef>
                <a:spcPts val="0"/>
              </a:spcBef>
              <a:spcAft>
                <a:spcPts val="0"/>
              </a:spcAft>
              <a:buClr>
                <a:schemeClr val="lt2"/>
              </a:buClr>
              <a:buSzPts val="2000"/>
              <a:buFont typeface="Verdana"/>
              <a:buNone/>
              <a:defRPr sz="2000">
                <a:solidFill>
                  <a:schemeClr val="lt2"/>
                </a:solidFill>
              </a:defRPr>
            </a:lvl1pPr>
            <a:lvl2pPr marL="914400" lvl="1" indent="-228600" algn="ctr">
              <a:lnSpc>
                <a:spcPct val="140000"/>
              </a:lnSpc>
              <a:spcBef>
                <a:spcPts val="0"/>
              </a:spcBef>
              <a:spcAft>
                <a:spcPts val="0"/>
              </a:spcAft>
              <a:buClr>
                <a:schemeClr val="lt2"/>
              </a:buClr>
              <a:buSzPts val="2800"/>
              <a:buFont typeface="Verdana"/>
              <a:buNone/>
              <a:defRPr sz="2000">
                <a:solidFill>
                  <a:schemeClr val="lt2"/>
                </a:solidFill>
              </a:defRPr>
            </a:lvl2pPr>
            <a:lvl3pPr marL="1371600" lvl="2" indent="-228600" algn="ctr">
              <a:lnSpc>
                <a:spcPct val="140000"/>
              </a:lnSpc>
              <a:spcBef>
                <a:spcPts val="0"/>
              </a:spcBef>
              <a:spcAft>
                <a:spcPts val="0"/>
              </a:spcAft>
              <a:buSzPts val="2000"/>
              <a:buFont typeface="Verdana"/>
              <a:buNone/>
              <a:defRPr sz="2000">
                <a:solidFill>
                  <a:schemeClr val="lt2"/>
                </a:solidFill>
              </a:defRPr>
            </a:lvl3pPr>
            <a:lvl4pPr marL="1828800" lvl="3" indent="-228600" algn="ctr">
              <a:lnSpc>
                <a:spcPct val="140000"/>
              </a:lnSpc>
              <a:spcBef>
                <a:spcPts val="0"/>
              </a:spcBef>
              <a:spcAft>
                <a:spcPts val="0"/>
              </a:spcAft>
              <a:buClr>
                <a:schemeClr val="lt2"/>
              </a:buClr>
              <a:buSzPts val="2000"/>
              <a:buFont typeface="Verdana"/>
              <a:buNone/>
              <a:defRPr sz="2000">
                <a:solidFill>
                  <a:schemeClr val="lt2"/>
                </a:solidFill>
              </a:defRPr>
            </a:lvl4pPr>
            <a:lvl5pPr marL="2286000" lvl="4" indent="-228600" algn="ctr">
              <a:lnSpc>
                <a:spcPct val="140000"/>
              </a:lnSpc>
              <a:spcBef>
                <a:spcPts val="0"/>
              </a:spcBef>
              <a:spcAft>
                <a:spcPts val="0"/>
              </a:spcAft>
              <a:buClr>
                <a:schemeClr val="lt2"/>
              </a:buClr>
              <a:buSzPts val="2600"/>
              <a:buFont typeface="Verdana"/>
              <a:buNone/>
              <a:defRPr sz="2000">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9" name="Google Shape;149;p17"/>
          <p:cNvSpPr txBox="1">
            <a:spLocks noGrp="1"/>
          </p:cNvSpPr>
          <p:nvPr>
            <p:ph type="body" idx="4"/>
          </p:nvPr>
        </p:nvSpPr>
        <p:spPr>
          <a:xfrm>
            <a:off x="474213"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0" name="Google Shape;150;p17"/>
          <p:cNvSpPr txBox="1">
            <a:spLocks noGrp="1"/>
          </p:cNvSpPr>
          <p:nvPr>
            <p:ph type="body" idx="5"/>
          </p:nvPr>
        </p:nvSpPr>
        <p:spPr>
          <a:xfrm>
            <a:off x="4292944"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1" name="Google Shape;151;p17"/>
          <p:cNvSpPr txBox="1">
            <a:spLocks noGrp="1"/>
          </p:cNvSpPr>
          <p:nvPr>
            <p:ph type="body" idx="6"/>
          </p:nvPr>
        </p:nvSpPr>
        <p:spPr>
          <a:xfrm>
            <a:off x="8111675" y="2679700"/>
            <a:ext cx="3600450" cy="3694113"/>
          </a:xfrm>
          <a:prstGeom prst="rect">
            <a:avLst/>
          </a:prstGeom>
          <a:solidFill>
            <a:schemeClr val="bg1"/>
          </a:solidFill>
          <a:ln>
            <a:noFill/>
          </a:ln>
        </p:spPr>
        <p:txBody>
          <a:bodyPr spcFirstLastPara="1" wrap="square" lIns="180000" tIns="144000" rIns="180000" bIns="14400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2" name="Google Shape;152;p17"/>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17"/>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4" name="Google Shape;154;p17"/>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53A8B5D5-BB9A-EA75-2F92-CD7AEF1C326D}"/>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3" name="Grafik 2" descr="Ein Bild, das Text, Schrift, Screenshot, Visitenkarte enthält.&#10;&#10;KI-generierte Inhalte können fehlerhaft sein.">
            <a:extLst>
              <a:ext uri="{FF2B5EF4-FFF2-40B4-BE49-F238E27FC236}">
                <a16:creationId xmlns:a16="http://schemas.microsoft.com/office/drawing/2014/main" id="{5948DC93-E1FE-631C-E582-7C35D931F24D}"/>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4" name="Google Shape;134;p15">
            <a:extLst>
              <a:ext uri="{FF2B5EF4-FFF2-40B4-BE49-F238E27FC236}">
                <a16:creationId xmlns:a16="http://schemas.microsoft.com/office/drawing/2014/main" id="{FEEB5722-502E-A839-6FED-2CFF08C3E802}"/>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opics mit Bildern" userDrawn="1">
  <p:cSld name="Topics mit Bildern">
    <p:spTree>
      <p:nvGrpSpPr>
        <p:cNvPr id="1" name="Shape 156"/>
        <p:cNvGrpSpPr/>
        <p:nvPr/>
      </p:nvGrpSpPr>
      <p:grpSpPr>
        <a:xfrm>
          <a:off x="0" y="0"/>
          <a:ext cx="0" cy="0"/>
          <a:chOff x="0" y="0"/>
          <a:chExt cx="0" cy="0"/>
        </a:xfrm>
      </p:grpSpPr>
      <p:sp>
        <p:nvSpPr>
          <p:cNvPr id="157" name="Google Shape;157;p18"/>
          <p:cNvSpPr txBox="1">
            <a:spLocks noGrp="1"/>
          </p:cNvSpPr>
          <p:nvPr>
            <p:ph type="body" idx="1"/>
          </p:nvPr>
        </p:nvSpPr>
        <p:spPr>
          <a:xfrm>
            <a:off x="47670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8" name="Google Shape;158;p18"/>
          <p:cNvSpPr>
            <a:spLocks noGrp="1"/>
          </p:cNvSpPr>
          <p:nvPr>
            <p:ph type="pic" idx="2"/>
          </p:nvPr>
        </p:nvSpPr>
        <p:spPr>
          <a:xfrm>
            <a:off x="8112125" y="2024063"/>
            <a:ext cx="3600000" cy="1728787"/>
          </a:xfrm>
          <a:prstGeom prst="rect">
            <a:avLst/>
          </a:prstGeom>
          <a:solidFill>
            <a:srgbClr val="007A9E"/>
          </a:solidFill>
          <a:ln>
            <a:noFill/>
          </a:ln>
        </p:spPr>
      </p:sp>
      <p:sp>
        <p:nvSpPr>
          <p:cNvPr id="159" name="Google Shape;159;p18"/>
          <p:cNvSpPr>
            <a:spLocks noGrp="1"/>
          </p:cNvSpPr>
          <p:nvPr>
            <p:ph type="pic" idx="3"/>
          </p:nvPr>
        </p:nvSpPr>
        <p:spPr>
          <a:xfrm>
            <a:off x="4293394" y="2024063"/>
            <a:ext cx="3600000" cy="1728787"/>
          </a:xfrm>
          <a:prstGeom prst="rect">
            <a:avLst/>
          </a:prstGeom>
          <a:solidFill>
            <a:srgbClr val="007A9E"/>
          </a:solidFill>
          <a:ln>
            <a:noFill/>
          </a:ln>
        </p:spPr>
      </p:sp>
      <p:sp>
        <p:nvSpPr>
          <p:cNvPr id="160" name="Google Shape;160;p18"/>
          <p:cNvSpPr>
            <a:spLocks noGrp="1"/>
          </p:cNvSpPr>
          <p:nvPr>
            <p:ph type="pic" idx="4"/>
          </p:nvPr>
        </p:nvSpPr>
        <p:spPr>
          <a:xfrm>
            <a:off x="476704" y="2024063"/>
            <a:ext cx="3600000" cy="1728787"/>
          </a:xfrm>
          <a:prstGeom prst="rect">
            <a:avLst/>
          </a:prstGeom>
          <a:solidFill>
            <a:srgbClr val="007A9E"/>
          </a:solidFill>
          <a:ln>
            <a:noFill/>
          </a:ln>
        </p:spPr>
      </p:sp>
      <p:sp>
        <p:nvSpPr>
          <p:cNvPr id="161" name="Google Shape;161;p18"/>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2" name="Google Shape;162;p18"/>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3" name="Google Shape;163;p18"/>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sp>
        <p:nvSpPr>
          <p:cNvPr id="166" name="Google Shape;166;p18"/>
          <p:cNvSpPr txBox="1">
            <a:spLocks noGrp="1"/>
          </p:cNvSpPr>
          <p:nvPr>
            <p:ph type="body" idx="5"/>
          </p:nvPr>
        </p:nvSpPr>
        <p:spPr>
          <a:xfrm>
            <a:off x="4293394"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7" name="Google Shape;167;p18"/>
          <p:cNvSpPr txBox="1">
            <a:spLocks noGrp="1"/>
          </p:cNvSpPr>
          <p:nvPr>
            <p:ph type="body" idx="6"/>
          </p:nvPr>
        </p:nvSpPr>
        <p:spPr>
          <a:xfrm>
            <a:off x="8112125" y="3752850"/>
            <a:ext cx="3600000" cy="2620963"/>
          </a:xfrm>
          <a:prstGeom prst="rect">
            <a:avLst/>
          </a:prstGeom>
          <a:noFill/>
          <a:ln>
            <a:noFill/>
          </a:ln>
        </p:spPr>
        <p:txBody>
          <a:bodyPr spcFirstLastPara="1" wrap="square" lIns="0" tIns="21600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1A161B3C-4DEA-8CC2-40A4-5A0CA16951D1}"/>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65559268-D605-04E4-68C9-06F1C92DA7D3}"/>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5" name="Google Shape;134;p15">
            <a:extLst>
              <a:ext uri="{FF2B5EF4-FFF2-40B4-BE49-F238E27FC236}">
                <a16:creationId xmlns:a16="http://schemas.microsoft.com/office/drawing/2014/main" id="{0DE01C98-EDAF-C75C-A07C-6D54FA668D8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opics ohne Bildern" userDrawn="1">
  <p:cSld name="Topics ohne Bildern">
    <p:spTree>
      <p:nvGrpSpPr>
        <p:cNvPr id="1" name="Shape 168"/>
        <p:cNvGrpSpPr/>
        <p:nvPr/>
      </p:nvGrpSpPr>
      <p:grpSpPr>
        <a:xfrm>
          <a:off x="0" y="0"/>
          <a:ext cx="0" cy="0"/>
          <a:chOff x="0" y="0"/>
          <a:chExt cx="0" cy="0"/>
        </a:xfrm>
      </p:grpSpPr>
      <p:sp>
        <p:nvSpPr>
          <p:cNvPr id="171" name="Google Shape;171;p19"/>
          <p:cNvSpPr txBox="1">
            <a:spLocks noGrp="1"/>
          </p:cNvSpPr>
          <p:nvPr>
            <p:ph type="body" idx="1"/>
          </p:nvPr>
        </p:nvSpPr>
        <p:spPr>
          <a:xfrm>
            <a:off x="659724" y="2049779"/>
            <a:ext cx="3420000" cy="3979210"/>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2" name="Google Shape;172;p19"/>
          <p:cNvSpPr txBox="1">
            <a:spLocks noGrp="1"/>
          </p:cNvSpPr>
          <p:nvPr>
            <p:ph type="body" idx="2"/>
          </p:nvPr>
        </p:nvSpPr>
        <p:spPr>
          <a:xfrm>
            <a:off x="4470969"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73" name="Google Shape;173;p19"/>
          <p:cNvSpPr txBox="1">
            <a:spLocks noGrp="1"/>
          </p:cNvSpPr>
          <p:nvPr>
            <p:ph type="body" idx="3"/>
          </p:nvPr>
        </p:nvSpPr>
        <p:spPr>
          <a:xfrm>
            <a:off x="8282214" y="2049779"/>
            <a:ext cx="3420000" cy="3979209"/>
          </a:xfrm>
          <a:prstGeom prst="rect">
            <a:avLst/>
          </a:prstGeom>
          <a:noFill/>
          <a:ln>
            <a:noFill/>
          </a:ln>
        </p:spPr>
        <p:txBody>
          <a:bodyPr spcFirstLastPara="1" wrap="square" lIns="0" tIns="0" rIns="0" bIns="0" anchor="t" anchorCtr="0">
            <a:noAutofit/>
          </a:bodyPr>
          <a:lstStyle>
            <a:lvl1pPr marL="457200" lvl="0" indent="-228600" algn="l">
              <a:lnSpc>
                <a:spcPct val="137500"/>
              </a:lnSpc>
              <a:spcBef>
                <a:spcPts val="0"/>
              </a:spcBef>
              <a:spcAft>
                <a:spcPts val="0"/>
              </a:spcAft>
              <a:buClr>
                <a:schemeClr val="dk1"/>
              </a:buClr>
              <a:buSzPts val="1600"/>
              <a:buFont typeface="Arial"/>
              <a:buNone/>
              <a:defRPr sz="1600" b="1">
                <a:solidFill>
                  <a:schemeClr val="bg2">
                    <a:lumMod val="50000"/>
                  </a:schemeClr>
                </a:solidFill>
              </a:defRPr>
            </a:lvl1pPr>
            <a:lvl2pPr marL="914400" lvl="1" indent="-228600" algn="l">
              <a:lnSpc>
                <a:spcPct val="137500"/>
              </a:lnSpc>
              <a:spcBef>
                <a:spcPts val="0"/>
              </a:spcBef>
              <a:spcAft>
                <a:spcPts val="0"/>
              </a:spcAft>
              <a:buClr>
                <a:schemeClr val="dk1"/>
              </a:buClr>
              <a:buSzPts val="2240"/>
              <a:buFont typeface="Arial"/>
              <a:buNone/>
              <a:defRPr sz="1600"/>
            </a:lvl2pPr>
            <a:lvl3pPr marL="1371600" lvl="2" indent="-228600" algn="l">
              <a:lnSpc>
                <a:spcPct val="137500"/>
              </a:lnSpc>
              <a:spcBef>
                <a:spcPts val="2200"/>
              </a:spcBef>
              <a:spcAft>
                <a:spcPts val="0"/>
              </a:spcAft>
              <a:buSzPts val="1600"/>
              <a:buNone/>
              <a:defRPr sz="1600"/>
            </a:lvl3pPr>
            <a:lvl4pPr marL="1828800" lvl="3" indent="-228600" algn="l">
              <a:lnSpc>
                <a:spcPct val="137500"/>
              </a:lnSpc>
              <a:spcBef>
                <a:spcPts val="0"/>
              </a:spcBef>
              <a:spcAft>
                <a:spcPts val="0"/>
              </a:spcAft>
              <a:buClr>
                <a:schemeClr val="dk1"/>
              </a:buClr>
              <a:buSzPts val="1600"/>
              <a:buFont typeface="Arial"/>
              <a:buNone/>
              <a:defRPr sz="1600"/>
            </a:lvl4pPr>
            <a:lvl5pPr marL="2286000" lvl="4" indent="-228600" algn="l">
              <a:lnSpc>
                <a:spcPct val="137500"/>
              </a:lnSpc>
              <a:spcBef>
                <a:spcPts val="0"/>
              </a:spcBef>
              <a:spcAft>
                <a:spcPts val="0"/>
              </a:spcAft>
              <a:buClr>
                <a:schemeClr val="dk1"/>
              </a:buClr>
              <a:buSzPts val="2080"/>
              <a:buFont typeface="Arial"/>
              <a:buNone/>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cxnSp>
        <p:nvCxnSpPr>
          <p:cNvPr id="174" name="Google Shape;174;p19"/>
          <p:cNvCxnSpPr/>
          <p:nvPr/>
        </p:nvCxnSpPr>
        <p:spPr>
          <a:xfrm>
            <a:off x="482148"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5" name="Google Shape;175;p19"/>
          <p:cNvCxnSpPr/>
          <p:nvPr/>
        </p:nvCxnSpPr>
        <p:spPr>
          <a:xfrm>
            <a:off x="4293394" y="1963972"/>
            <a:ext cx="0" cy="4065016"/>
          </a:xfrm>
          <a:prstGeom prst="straightConnector1">
            <a:avLst/>
          </a:prstGeom>
          <a:noFill/>
          <a:ln w="9525" cap="flat" cmpd="sng">
            <a:solidFill>
              <a:schemeClr val="dk1"/>
            </a:solidFill>
            <a:prstDash val="solid"/>
            <a:miter lim="800000"/>
            <a:headEnd type="none" w="sm" len="sm"/>
            <a:tailEnd type="none" w="sm" len="sm"/>
          </a:ln>
        </p:spPr>
      </p:cxnSp>
      <p:cxnSp>
        <p:nvCxnSpPr>
          <p:cNvPr id="176" name="Google Shape;176;p19"/>
          <p:cNvCxnSpPr/>
          <p:nvPr/>
        </p:nvCxnSpPr>
        <p:spPr>
          <a:xfrm>
            <a:off x="8112125" y="1963972"/>
            <a:ext cx="0" cy="4065016"/>
          </a:xfrm>
          <a:prstGeom prst="straightConnector1">
            <a:avLst/>
          </a:prstGeom>
          <a:noFill/>
          <a:ln w="9525" cap="flat" cmpd="sng">
            <a:solidFill>
              <a:schemeClr val="dk1"/>
            </a:solidFill>
            <a:prstDash val="solid"/>
            <a:miter lim="800000"/>
            <a:headEnd type="none" w="sm" len="sm"/>
            <a:tailEnd type="none" w="sm" len="sm"/>
          </a:ln>
        </p:spPr>
      </p:cxnSp>
      <p:sp>
        <p:nvSpPr>
          <p:cNvPr id="177" name="Google Shape;177;p19"/>
          <p:cNvSpPr txBox="1">
            <a:spLocks noGrp="1"/>
          </p:cNvSpPr>
          <p:nvPr>
            <p:ph type="dt" idx="10"/>
          </p:nvPr>
        </p:nvSpPr>
        <p:spPr>
          <a:xfrm>
            <a:off x="818403" y="643425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8" name="Google Shape;178;p19"/>
          <p:cNvSpPr txBox="1">
            <a:spLocks noGrp="1"/>
          </p:cNvSpPr>
          <p:nvPr>
            <p:ph type="ftr" idx="11"/>
          </p:nvPr>
        </p:nvSpPr>
        <p:spPr>
          <a:xfrm>
            <a:off x="1972067" y="643425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19"/>
          <p:cNvSpPr txBox="1">
            <a:spLocks noGrp="1"/>
          </p:cNvSpPr>
          <p:nvPr>
            <p:ph type="sldNum" idx="12"/>
          </p:nvPr>
        </p:nvSpPr>
        <p:spPr>
          <a:xfrm>
            <a:off x="11531078" y="6417445"/>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440CD5CE-2559-B4BA-9CC9-5D0C2ACD860C}"/>
              </a:ext>
            </a:extLst>
          </p:cNvPr>
          <p:cNvPicPr>
            <a:picLocks noChangeAspect="1"/>
          </p:cNvPicPr>
          <p:nvPr userDrawn="1"/>
        </p:nvPicPr>
        <p:blipFill>
          <a:blip r:embed="rId2"/>
          <a:stretch>
            <a:fillRect/>
          </a:stretch>
        </p:blipFill>
        <p:spPr>
          <a:xfrm>
            <a:off x="10226606" y="260100"/>
            <a:ext cx="1705178" cy="603083"/>
          </a:xfrm>
          <a:prstGeom prst="rect">
            <a:avLst/>
          </a:prstGeom>
        </p:spPr>
      </p:pic>
      <p:pic>
        <p:nvPicPr>
          <p:cNvPr id="4" name="Grafik 3" descr="Ein Bild, das Text, Schrift, Screenshot, Visitenkarte enthält.&#10;&#10;KI-generierte Inhalte können fehlerhaft sein.">
            <a:extLst>
              <a:ext uri="{FF2B5EF4-FFF2-40B4-BE49-F238E27FC236}">
                <a16:creationId xmlns:a16="http://schemas.microsoft.com/office/drawing/2014/main" id="{07E29C0B-DCD5-7541-0976-477AB55E9F8F}"/>
              </a:ext>
            </a:extLst>
          </p:cNvPr>
          <p:cNvPicPr>
            <a:picLocks noChangeAspect="1"/>
          </p:cNvPicPr>
          <p:nvPr userDrawn="1"/>
        </p:nvPicPr>
        <p:blipFill>
          <a:blip r:embed="rId3"/>
          <a:stretch>
            <a:fillRect/>
          </a:stretch>
        </p:blipFill>
        <p:spPr>
          <a:xfrm>
            <a:off x="10472529" y="1006451"/>
            <a:ext cx="1459255" cy="973980"/>
          </a:xfrm>
          <a:prstGeom prst="rect">
            <a:avLst/>
          </a:prstGeom>
        </p:spPr>
      </p:pic>
      <p:sp>
        <p:nvSpPr>
          <p:cNvPr id="3" name="Google Shape;134;p15">
            <a:extLst>
              <a:ext uri="{FF2B5EF4-FFF2-40B4-BE49-F238E27FC236}">
                <a16:creationId xmlns:a16="http://schemas.microsoft.com/office/drawing/2014/main" id="{22E8A514-8E80-9DEB-F599-FD0E4844B4D6}"/>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Farbiger Hintergrund" userDrawn="1">
  <p:cSld name="Farbiger Hintergrund">
    <p:bg>
      <p:bgPr>
        <a:solidFill>
          <a:schemeClr val="lt1"/>
        </a:solidFill>
        <a:effectLst/>
      </p:bgPr>
    </p:bg>
    <p:spTree>
      <p:nvGrpSpPr>
        <p:cNvPr id="1" name="Shape 180"/>
        <p:cNvGrpSpPr/>
        <p:nvPr/>
      </p:nvGrpSpPr>
      <p:grpSpPr>
        <a:xfrm>
          <a:off x="0" y="0"/>
          <a:ext cx="0" cy="0"/>
          <a:chOff x="0" y="0"/>
          <a:chExt cx="0" cy="0"/>
        </a:xfrm>
      </p:grpSpPr>
      <p:sp>
        <p:nvSpPr>
          <p:cNvPr id="183" name="Google Shape;183;p20"/>
          <p:cNvSpPr>
            <a:spLocks noGrp="1"/>
          </p:cNvSpPr>
          <p:nvPr>
            <p:ph type="pic" idx="2"/>
          </p:nvPr>
        </p:nvSpPr>
        <p:spPr>
          <a:xfrm>
            <a:off x="442913" y="1598686"/>
            <a:ext cx="11269662" cy="4746552"/>
          </a:xfrm>
          <a:prstGeom prst="rect">
            <a:avLst/>
          </a:prstGeom>
          <a:solidFill>
            <a:schemeClr val="bg1"/>
          </a:solidFill>
          <a:ln>
            <a:noFill/>
          </a:ln>
        </p:spPr>
      </p:sp>
      <p:sp>
        <p:nvSpPr>
          <p:cNvPr id="184" name="Google Shape;184;p20"/>
          <p:cNvSpPr txBox="1">
            <a:spLocks noGrp="1"/>
          </p:cNvSpPr>
          <p:nvPr>
            <p:ph type="body" idx="1"/>
          </p:nvPr>
        </p:nvSpPr>
        <p:spPr>
          <a:xfrm>
            <a:off x="7908925" y="1781246"/>
            <a:ext cx="4283075" cy="4003675"/>
          </a:xfrm>
          <a:prstGeom prst="rect">
            <a:avLst/>
          </a:prstGeom>
          <a:solidFill>
            <a:schemeClr val="dk2"/>
          </a:solidFill>
          <a:ln>
            <a:noFill/>
          </a:ln>
        </p:spPr>
        <p:txBody>
          <a:bodyPr spcFirstLastPara="1" wrap="square" lIns="252000" tIns="180000" rIns="468000" bIns="180000" anchor="t" anchorCtr="0">
            <a:noAutofit/>
          </a:bodyPr>
          <a:lstStyle>
            <a:lvl1pPr marL="457200" lvl="0" indent="-228600" algn="l">
              <a:lnSpc>
                <a:spcPct val="128571"/>
              </a:lnSpc>
              <a:spcBef>
                <a:spcPts val="0"/>
              </a:spcBef>
              <a:spcAft>
                <a:spcPts val="0"/>
              </a:spcAft>
              <a:buClr>
                <a:schemeClr val="lt1"/>
              </a:buClr>
              <a:buSzPts val="1400"/>
              <a:buNone/>
              <a:defRPr sz="1400" b="1">
                <a:solidFill>
                  <a:schemeClr val="lt1"/>
                </a:solidFill>
              </a:defRPr>
            </a:lvl1pPr>
            <a:lvl2pPr marL="914400" lvl="1" indent="-353060" algn="l">
              <a:lnSpc>
                <a:spcPct val="128571"/>
              </a:lnSpc>
              <a:spcBef>
                <a:spcPts val="0"/>
              </a:spcBef>
              <a:spcAft>
                <a:spcPts val="0"/>
              </a:spcAft>
              <a:buClr>
                <a:schemeClr val="lt1"/>
              </a:buClr>
              <a:buSzPts val="1960"/>
              <a:buChar char="•"/>
              <a:defRPr sz="1400">
                <a:solidFill>
                  <a:schemeClr val="lt1"/>
                </a:solidFill>
              </a:defRPr>
            </a:lvl2pPr>
            <a:lvl3pPr marL="1371600" lvl="2" indent="-317500" algn="l">
              <a:lnSpc>
                <a:spcPct val="128571"/>
              </a:lnSpc>
              <a:spcBef>
                <a:spcPts val="1800"/>
              </a:spcBef>
              <a:spcAft>
                <a:spcPts val="0"/>
              </a:spcAft>
              <a:buClr>
                <a:schemeClr val="lt1"/>
              </a:buClr>
              <a:buSzPts val="1400"/>
              <a:buAutoNum type="arabicPeriod"/>
              <a:defRPr sz="1400">
                <a:solidFill>
                  <a:schemeClr val="lt1"/>
                </a:solidFill>
              </a:defRPr>
            </a:lvl3pPr>
            <a:lvl4pPr marL="1828800" lvl="3" indent="-228600" algn="l">
              <a:lnSpc>
                <a:spcPct val="128571"/>
              </a:lnSpc>
              <a:spcBef>
                <a:spcPts val="0"/>
              </a:spcBef>
              <a:spcAft>
                <a:spcPts val="0"/>
              </a:spcAft>
              <a:buClr>
                <a:schemeClr val="lt1"/>
              </a:buClr>
              <a:buSzPts val="1400"/>
              <a:buNone/>
              <a:defRPr sz="1400">
                <a:solidFill>
                  <a:schemeClr val="lt1"/>
                </a:solidFill>
              </a:defRPr>
            </a:lvl4pPr>
            <a:lvl5pPr marL="2286000" lvl="4" indent="-344170" algn="l">
              <a:lnSpc>
                <a:spcPct val="128571"/>
              </a:lnSpc>
              <a:spcBef>
                <a:spcPts val="0"/>
              </a:spcBef>
              <a:spcAft>
                <a:spcPts val="0"/>
              </a:spcAft>
              <a:buClr>
                <a:schemeClr val="lt1"/>
              </a:buClr>
              <a:buSzPts val="1820"/>
              <a:buChar char="•"/>
              <a:defRPr sz="14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5" name="Google Shape;185;p20"/>
          <p:cNvSpPr txBox="1">
            <a:spLocks noGrp="1"/>
          </p:cNvSpPr>
          <p:nvPr>
            <p:ph type="dt" idx="10"/>
          </p:nvPr>
        </p:nvSpPr>
        <p:spPr>
          <a:xfrm>
            <a:off x="4216923" y="6419198"/>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86" name="Google Shape;186;p20"/>
          <p:cNvSpPr txBox="1">
            <a:spLocks noGrp="1"/>
          </p:cNvSpPr>
          <p:nvPr>
            <p:ph type="ftr" idx="11"/>
          </p:nvPr>
        </p:nvSpPr>
        <p:spPr>
          <a:xfrm>
            <a:off x="5370587" y="6419198"/>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20"/>
          <p:cNvSpPr txBox="1">
            <a:spLocks noGrp="1"/>
          </p:cNvSpPr>
          <p:nvPr>
            <p:ph type="sldNum" idx="12"/>
          </p:nvPr>
        </p:nvSpPr>
        <p:spPr>
          <a:xfrm>
            <a:off x="11531078" y="6419198"/>
            <a:ext cx="487680" cy="398749"/>
          </a:xfrm>
          <a:prstGeom prst="rect">
            <a:avLst/>
          </a:prstGeom>
          <a:noFill/>
          <a:ln>
            <a:noFill/>
          </a:ln>
        </p:spPr>
        <p:txBody>
          <a:bodyPr spcFirstLastPara="1" wrap="square" lIns="0" tIns="0" rIns="0" bIns="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de-DE"/>
              <a:t>‹Nr.›</a:t>
            </a:fld>
            <a:endParaRPr/>
          </a:p>
        </p:txBody>
      </p:sp>
      <p:pic>
        <p:nvPicPr>
          <p:cNvPr id="2" name="Grafik 1" descr="Ein Bild, das Text, Schrift, Screenshot, Grafiken enthält.&#10;&#10;KI-generierte Inhalte können fehlerhaft sein.">
            <a:extLst>
              <a:ext uri="{FF2B5EF4-FFF2-40B4-BE49-F238E27FC236}">
                <a16:creationId xmlns:a16="http://schemas.microsoft.com/office/drawing/2014/main" id="{2D6E7480-AEB2-8D62-6FCF-C7068FEE744F}"/>
              </a:ext>
            </a:extLst>
          </p:cNvPr>
          <p:cNvPicPr>
            <a:picLocks noChangeAspect="1"/>
          </p:cNvPicPr>
          <p:nvPr userDrawn="1"/>
        </p:nvPicPr>
        <p:blipFill>
          <a:blip r:embed="rId2"/>
          <a:stretch>
            <a:fillRect/>
          </a:stretch>
        </p:blipFill>
        <p:spPr>
          <a:xfrm>
            <a:off x="10226606" y="260100"/>
            <a:ext cx="1705178" cy="603083"/>
          </a:xfrm>
          <a:prstGeom prst="rect">
            <a:avLst/>
          </a:prstGeom>
        </p:spPr>
      </p:pic>
      <p:sp>
        <p:nvSpPr>
          <p:cNvPr id="3" name="Gleichschenkliges Dreieck 2">
            <a:extLst>
              <a:ext uri="{FF2B5EF4-FFF2-40B4-BE49-F238E27FC236}">
                <a16:creationId xmlns:a16="http://schemas.microsoft.com/office/drawing/2014/main" id="{19F5DB62-195F-FD6E-5619-1A35B4AE8B1D}"/>
              </a:ext>
            </a:extLst>
          </p:cNvPr>
          <p:cNvSpPr/>
          <p:nvPr userDrawn="1"/>
        </p:nvSpPr>
        <p:spPr>
          <a:xfrm rot="13362479">
            <a:off x="-1253963" y="5212421"/>
            <a:ext cx="4108266" cy="2054255"/>
          </a:xfrm>
          <a:prstGeom prst="triangle">
            <a:avLst>
              <a:gd name="adj" fmla="val 54228"/>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Screenshot, Visitenkarte enthält.&#10;&#10;KI-generierte Inhalte können fehlerhaft sein.">
            <a:extLst>
              <a:ext uri="{FF2B5EF4-FFF2-40B4-BE49-F238E27FC236}">
                <a16:creationId xmlns:a16="http://schemas.microsoft.com/office/drawing/2014/main" id="{3FDAC246-403F-9041-17EC-DB4B9AFCBA7E}"/>
              </a:ext>
            </a:extLst>
          </p:cNvPr>
          <p:cNvPicPr>
            <a:picLocks noChangeAspect="1"/>
          </p:cNvPicPr>
          <p:nvPr userDrawn="1"/>
        </p:nvPicPr>
        <p:blipFill>
          <a:blip r:embed="rId3"/>
          <a:srcRect l="6408" t="14723" r="10854" b="13755"/>
          <a:stretch/>
        </p:blipFill>
        <p:spPr>
          <a:xfrm>
            <a:off x="144780" y="5714839"/>
            <a:ext cx="1600342" cy="923364"/>
          </a:xfrm>
          <a:prstGeom prst="rect">
            <a:avLst/>
          </a:prstGeom>
        </p:spPr>
      </p:pic>
      <p:sp>
        <p:nvSpPr>
          <p:cNvPr id="5" name="Google Shape;134;p15">
            <a:extLst>
              <a:ext uri="{FF2B5EF4-FFF2-40B4-BE49-F238E27FC236}">
                <a16:creationId xmlns:a16="http://schemas.microsoft.com/office/drawing/2014/main" id="{6B2CD45F-A9E2-0E11-694A-035C17EE794E}"/>
              </a:ext>
            </a:extLst>
          </p:cNvPr>
          <p:cNvSpPr txBox="1">
            <a:spLocks noGrp="1"/>
          </p:cNvSpPr>
          <p:nvPr>
            <p:ph type="title"/>
          </p:nvPr>
        </p:nvSpPr>
        <p:spPr>
          <a:xfrm>
            <a:off x="474213" y="616823"/>
            <a:ext cx="8265600" cy="779255"/>
          </a:xfrm>
          <a:prstGeom prst="rect">
            <a:avLst/>
          </a:prstGeom>
          <a:noFill/>
          <a:ln>
            <a:noFill/>
          </a:ln>
        </p:spPr>
        <p:txBody>
          <a:bodyPr spcFirstLastPara="1" wrap="square" lIns="0" tIns="0" rIns="0" bIns="0" anchor="b" anchorCtr="0">
            <a:noAutofit/>
          </a:bodyPr>
          <a:lstStyle>
            <a:lvl1pPr lvl="0" algn="l">
              <a:lnSpc>
                <a:spcPct val="144444"/>
              </a:lnSpc>
              <a:spcBef>
                <a:spcPts val="0"/>
              </a:spcBef>
              <a:spcAft>
                <a:spcPts val="0"/>
              </a:spcAft>
              <a:buClr>
                <a:schemeClr val="dk1"/>
              </a:buClr>
              <a:buSzPts val="1800"/>
              <a:buNone/>
              <a:defRPr sz="3200" b="1" i="0" cap="all" baseline="0">
                <a:solidFill>
                  <a:schemeClr val="bg2">
                    <a:lumMod val="50000"/>
                  </a:schemeClr>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019174" y="484414"/>
            <a:ext cx="10514014" cy="1206274"/>
          </a:xfrm>
          <a:prstGeom prst="rect">
            <a:avLst/>
          </a:prstGeom>
          <a:noFill/>
          <a:ln>
            <a:noFill/>
          </a:ln>
        </p:spPr>
        <p:txBody>
          <a:bodyPr spcFirstLastPara="1" wrap="square" lIns="0" tIns="0" rIns="0" bIns="0" anchor="b" anchorCtr="0">
            <a:noAutofit/>
          </a:bodyPr>
          <a:lstStyle>
            <a:lvl1pPr marR="0" lvl="0" algn="l" rtl="0">
              <a:lnSpc>
                <a:spcPct val="118181"/>
              </a:lnSpc>
              <a:spcBef>
                <a:spcPts val="0"/>
              </a:spcBef>
              <a:spcAft>
                <a:spcPts val="0"/>
              </a:spcAft>
              <a:buClr>
                <a:schemeClr val="dk1"/>
              </a:buClr>
              <a:buSzPts val="2200"/>
              <a:buFont typeface="Verdana"/>
              <a:buNone/>
              <a:defRPr sz="2200" b="0" i="0" u="none" strike="noStrike" cap="none">
                <a:solidFill>
                  <a:schemeClr val="dk1"/>
                </a:solidFill>
                <a:latin typeface="Verdana"/>
                <a:ea typeface="Verdana"/>
                <a:cs typeface="Verdana"/>
                <a:sym typeface="Verdan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lang="de-DE" dirty="0"/>
          </a:p>
        </p:txBody>
      </p:sp>
      <p:sp>
        <p:nvSpPr>
          <p:cNvPr id="11" name="Google Shape;11;p1"/>
          <p:cNvSpPr txBox="1">
            <a:spLocks noGrp="1"/>
          </p:cNvSpPr>
          <p:nvPr>
            <p:ph type="body" idx="1"/>
          </p:nvPr>
        </p:nvSpPr>
        <p:spPr>
          <a:xfrm>
            <a:off x="1019174" y="1690688"/>
            <a:ext cx="10514014" cy="4654550"/>
          </a:xfrm>
          <a:prstGeom prst="rect">
            <a:avLst/>
          </a:prstGeom>
          <a:noFill/>
          <a:ln>
            <a:noFill/>
          </a:ln>
        </p:spPr>
        <p:txBody>
          <a:bodyPr spcFirstLastPara="1" wrap="square" lIns="0" tIns="0" rIns="0" bIns="0" anchor="t" anchorCtr="0">
            <a:noAutofit/>
          </a:bodyPr>
          <a:lstStyle>
            <a:lvl1pPr marL="457200" marR="0" lvl="0" indent="-228600" algn="l" rtl="0">
              <a:lnSpc>
                <a:spcPct val="137500"/>
              </a:lnSpc>
              <a:spcBef>
                <a:spcPts val="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1pPr>
            <a:lvl2pPr marL="914400" marR="0" lvl="1" indent="-370840" algn="l" rtl="0">
              <a:lnSpc>
                <a:spcPct val="137500"/>
              </a:lnSpc>
              <a:spcBef>
                <a:spcPts val="1100"/>
              </a:spcBef>
              <a:spcAft>
                <a:spcPts val="0"/>
              </a:spcAft>
              <a:buClr>
                <a:schemeClr val="dk1"/>
              </a:buClr>
              <a:buSzPts val="2240"/>
              <a:buFont typeface="Arial"/>
              <a:buChar char="•"/>
              <a:defRPr sz="1600" b="0" i="0" u="none" strike="noStrike" cap="none">
                <a:solidFill>
                  <a:schemeClr val="dk1"/>
                </a:solidFill>
                <a:latin typeface="Verdana"/>
                <a:ea typeface="Verdana"/>
                <a:cs typeface="Verdana"/>
                <a:sym typeface="Verdana"/>
              </a:defRPr>
            </a:lvl2pPr>
            <a:lvl3pPr marL="1371600" marR="0" lvl="2" indent="-330200" algn="l" rtl="0">
              <a:lnSpc>
                <a:spcPct val="137500"/>
              </a:lnSpc>
              <a:spcBef>
                <a:spcPts val="1100"/>
              </a:spcBef>
              <a:spcAft>
                <a:spcPts val="0"/>
              </a:spcAft>
              <a:buClr>
                <a:schemeClr val="dk1"/>
              </a:buClr>
              <a:buSzPts val="1600"/>
              <a:buFont typeface="Verdana"/>
              <a:buAutoNum type="arabicPeriod"/>
              <a:defRPr sz="1600" b="0" i="0" u="none" strike="noStrike" cap="none">
                <a:solidFill>
                  <a:schemeClr val="dk1"/>
                </a:solidFill>
                <a:latin typeface="Verdana"/>
                <a:ea typeface="Verdana"/>
                <a:cs typeface="Verdana"/>
                <a:sym typeface="Verdana"/>
              </a:defRPr>
            </a:lvl3pPr>
            <a:lvl4pPr marL="1828800" marR="0" lvl="3" indent="-228600" algn="l" rtl="0">
              <a:lnSpc>
                <a:spcPct val="137500"/>
              </a:lnSpc>
              <a:spcBef>
                <a:spcPts val="1100"/>
              </a:spcBef>
              <a:spcAft>
                <a:spcPts val="0"/>
              </a:spcAft>
              <a:buClr>
                <a:schemeClr val="dk1"/>
              </a:buClr>
              <a:buSzPts val="1600"/>
              <a:buFont typeface="Arial"/>
              <a:buNone/>
              <a:defRPr sz="1600" b="0" i="0" u="none" strike="noStrike" cap="none">
                <a:solidFill>
                  <a:schemeClr val="dk1"/>
                </a:solidFill>
                <a:latin typeface="Verdana"/>
                <a:ea typeface="Verdana"/>
                <a:cs typeface="Verdana"/>
                <a:sym typeface="Verdana"/>
              </a:defRPr>
            </a:lvl4pPr>
            <a:lvl5pPr marL="2286000" marR="0" lvl="4" indent="-360679" algn="l" rtl="0">
              <a:lnSpc>
                <a:spcPct val="137500"/>
              </a:lnSpc>
              <a:spcBef>
                <a:spcPts val="1100"/>
              </a:spcBef>
              <a:spcAft>
                <a:spcPts val="0"/>
              </a:spcAft>
              <a:buClr>
                <a:schemeClr val="dk1"/>
              </a:buClr>
              <a:buSzPts val="208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90000"/>
              </a:lnSpc>
              <a:spcBef>
                <a:spcPts val="11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9pPr>
          </a:lstStyle>
          <a:p>
            <a:endParaRPr dirty="0"/>
          </a:p>
        </p:txBody>
      </p:sp>
      <p:sp>
        <p:nvSpPr>
          <p:cNvPr id="14" name="Google Shape;14;p1"/>
          <p:cNvSpPr txBox="1">
            <a:spLocks noGrp="1"/>
          </p:cNvSpPr>
          <p:nvPr>
            <p:ph type="sldNum" idx="12"/>
          </p:nvPr>
        </p:nvSpPr>
        <p:spPr>
          <a:xfrm>
            <a:off x="11531078" y="6416504"/>
            <a:ext cx="487680" cy="398749"/>
          </a:xfrm>
          <a:prstGeom prst="rect">
            <a:avLst/>
          </a:prstGeom>
          <a:noFill/>
          <a:ln>
            <a:noFill/>
          </a:ln>
        </p:spPr>
        <p:txBody>
          <a:bodyPr spcFirstLastPara="1" wrap="square" lIns="0" tIns="0" rIns="0" bIns="0" anchor="ctr" anchorCtr="0">
            <a:noAutofit/>
          </a:bodyPr>
          <a:lstStyle>
            <a:lvl1pPr marL="0" marR="0" lvl="0" indent="0" algn="r" rtl="0">
              <a:spcBef>
                <a:spcPts val="0"/>
              </a:spcBef>
              <a:buNone/>
              <a:defRPr sz="1100" b="0" i="0" u="none" strike="noStrike" cap="none">
                <a:solidFill>
                  <a:schemeClr val="dk2"/>
                </a:solidFill>
                <a:latin typeface="Verdana"/>
                <a:ea typeface="Verdana"/>
                <a:cs typeface="Verdana"/>
                <a:sym typeface="Verdana"/>
              </a:defRPr>
            </a:lvl1pPr>
            <a:lvl2pPr marL="0" marR="0" lvl="1" indent="0" algn="r" rtl="0">
              <a:spcBef>
                <a:spcPts val="0"/>
              </a:spcBef>
              <a:buNone/>
              <a:defRPr sz="1100" b="0" i="0" u="none" strike="noStrike" cap="none">
                <a:solidFill>
                  <a:schemeClr val="dk2"/>
                </a:solidFill>
                <a:latin typeface="Verdana"/>
                <a:ea typeface="Verdana"/>
                <a:cs typeface="Verdana"/>
                <a:sym typeface="Verdana"/>
              </a:defRPr>
            </a:lvl2pPr>
            <a:lvl3pPr marL="0" marR="0" lvl="2" indent="0" algn="r" rtl="0">
              <a:spcBef>
                <a:spcPts val="0"/>
              </a:spcBef>
              <a:buNone/>
              <a:defRPr sz="1100" b="0" i="0" u="none" strike="noStrike" cap="none">
                <a:solidFill>
                  <a:schemeClr val="dk2"/>
                </a:solidFill>
                <a:latin typeface="Verdana"/>
                <a:ea typeface="Verdana"/>
                <a:cs typeface="Verdana"/>
                <a:sym typeface="Verdana"/>
              </a:defRPr>
            </a:lvl3pPr>
            <a:lvl4pPr marL="0" marR="0" lvl="3" indent="0" algn="r" rtl="0">
              <a:spcBef>
                <a:spcPts val="0"/>
              </a:spcBef>
              <a:buNone/>
              <a:defRPr sz="1100" b="0" i="0" u="none" strike="noStrike" cap="none">
                <a:solidFill>
                  <a:schemeClr val="dk2"/>
                </a:solidFill>
                <a:latin typeface="Verdana"/>
                <a:ea typeface="Verdana"/>
                <a:cs typeface="Verdana"/>
                <a:sym typeface="Verdana"/>
              </a:defRPr>
            </a:lvl4pPr>
            <a:lvl5pPr marL="0" marR="0" lvl="4" indent="0" algn="r" rtl="0">
              <a:spcBef>
                <a:spcPts val="0"/>
              </a:spcBef>
              <a:buNone/>
              <a:defRPr sz="1100" b="0" i="0" u="none" strike="noStrike" cap="none">
                <a:solidFill>
                  <a:schemeClr val="dk2"/>
                </a:solidFill>
                <a:latin typeface="Verdana"/>
                <a:ea typeface="Verdana"/>
                <a:cs typeface="Verdana"/>
                <a:sym typeface="Verdana"/>
              </a:defRPr>
            </a:lvl5pPr>
            <a:lvl6pPr marL="0" marR="0" lvl="5" indent="0" algn="r" rtl="0">
              <a:spcBef>
                <a:spcPts val="0"/>
              </a:spcBef>
              <a:buNone/>
              <a:defRPr sz="1100" b="0" i="0" u="none" strike="noStrike" cap="none">
                <a:solidFill>
                  <a:schemeClr val="dk2"/>
                </a:solidFill>
                <a:latin typeface="Verdana"/>
                <a:ea typeface="Verdana"/>
                <a:cs typeface="Verdana"/>
                <a:sym typeface="Verdana"/>
              </a:defRPr>
            </a:lvl6pPr>
            <a:lvl7pPr marL="0" marR="0" lvl="6" indent="0" algn="r" rtl="0">
              <a:spcBef>
                <a:spcPts val="0"/>
              </a:spcBef>
              <a:buNone/>
              <a:defRPr sz="1100" b="0" i="0" u="none" strike="noStrike" cap="none">
                <a:solidFill>
                  <a:schemeClr val="dk2"/>
                </a:solidFill>
                <a:latin typeface="Verdana"/>
                <a:ea typeface="Verdana"/>
                <a:cs typeface="Verdana"/>
                <a:sym typeface="Verdana"/>
              </a:defRPr>
            </a:lvl7pPr>
            <a:lvl8pPr marL="0" marR="0" lvl="7" indent="0" algn="r" rtl="0">
              <a:spcBef>
                <a:spcPts val="0"/>
              </a:spcBef>
              <a:buNone/>
              <a:defRPr sz="1100" b="0" i="0" u="none" strike="noStrike" cap="none">
                <a:solidFill>
                  <a:schemeClr val="dk2"/>
                </a:solidFill>
                <a:latin typeface="Verdana"/>
                <a:ea typeface="Verdana"/>
                <a:cs typeface="Verdana"/>
                <a:sym typeface="Verdana"/>
              </a:defRPr>
            </a:lvl8pPr>
            <a:lvl9pPr marL="0" marR="0" lvl="8" indent="0" algn="r" rtl="0">
              <a:spcBef>
                <a:spcPts val="0"/>
              </a:spcBef>
              <a:buNone/>
              <a:defRPr sz="1100" b="0" i="0" u="none" strike="noStrike" cap="none">
                <a:solidFill>
                  <a:schemeClr val="dk2"/>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de-DE"/>
              <a:t>‹Nr.›</a:t>
            </a:fld>
            <a:endParaRPr/>
          </a:p>
        </p:txBody>
      </p:sp>
      <p:sp>
        <p:nvSpPr>
          <p:cNvPr id="2" name="Google Shape;139;p16">
            <a:extLst>
              <a:ext uri="{FF2B5EF4-FFF2-40B4-BE49-F238E27FC236}">
                <a16:creationId xmlns:a16="http://schemas.microsoft.com/office/drawing/2014/main" id="{A789452D-3A50-1B2E-F5D6-219636FC1D52}"/>
              </a:ext>
            </a:extLst>
          </p:cNvPr>
          <p:cNvSpPr txBox="1">
            <a:spLocks noGrp="1"/>
          </p:cNvSpPr>
          <p:nvPr>
            <p:ph type="dt" idx="2"/>
          </p:nvPr>
        </p:nvSpPr>
        <p:spPr>
          <a:xfrm>
            <a:off x="4293123" y="6415337"/>
            <a:ext cx="981075" cy="365125"/>
          </a:xfrm>
          <a:prstGeom prst="rect">
            <a:avLst/>
          </a:prstGeom>
          <a:noFill/>
          <a:ln>
            <a:noFill/>
          </a:ln>
        </p:spPr>
        <p:txBody>
          <a:bodyPr spcFirstLastPara="1" wrap="square" lIns="0" tIns="0" rIns="0" bIns="0" anchor="ctr" anchorCtr="0">
            <a:noAutofit/>
          </a:bodyPr>
          <a:lstStyle>
            <a:lvl1pPr lvl="0" algn="r">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
        <p:nvSpPr>
          <p:cNvPr id="3" name="Google Shape;140;p16">
            <a:extLst>
              <a:ext uri="{FF2B5EF4-FFF2-40B4-BE49-F238E27FC236}">
                <a16:creationId xmlns:a16="http://schemas.microsoft.com/office/drawing/2014/main" id="{81F1450C-FC39-BA3C-9C56-02766FBE43E4}"/>
              </a:ext>
            </a:extLst>
          </p:cNvPr>
          <p:cNvSpPr txBox="1">
            <a:spLocks noGrp="1"/>
          </p:cNvSpPr>
          <p:nvPr>
            <p:ph type="ftr" idx="3"/>
          </p:nvPr>
        </p:nvSpPr>
        <p:spPr>
          <a:xfrm>
            <a:off x="5446787" y="6415337"/>
            <a:ext cx="5924158" cy="365125"/>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solidFill>
                  <a:schemeClr val="bg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de-DE" dirty="0"/>
          </a:p>
        </p:txBody>
      </p:sp>
    </p:spTree>
  </p:cSld>
  <p:clrMap bg1="lt1" tx1="dk1" bg2="dk2" tx2="lt2" accent1="accent1" accent2="accent2" accent3="accent3" accent4="accent4" accent5="accent5" accent6="accent6" hlink="hlink" folHlink="folHlink"/>
  <p:sldLayoutIdLst>
    <p:sldLayoutId id="2147483648" r:id="rId1"/>
    <p:sldLayoutId id="2147483668" r:id="rId2"/>
    <p:sldLayoutId id="2147483695" r:id="rId3"/>
    <p:sldLayoutId id="2147483697" r:id="rId4"/>
    <p:sldLayoutId id="2147483699" r:id="rId5"/>
    <p:sldLayoutId id="2147483710" r:id="rId6"/>
    <p:sldLayoutId id="2147483712" r:id="rId7"/>
    <p:sldLayoutId id="2147483701" r:id="rId8"/>
    <p:sldLayoutId id="2147483673" r:id="rId9"/>
    <p:sldLayoutId id="2147483685" r:id="rId10"/>
    <p:sldLayoutId id="2147483674" r:id="rId11"/>
    <p:sldLayoutId id="2147483696" r:id="rId12"/>
    <p:sldLayoutId id="2147483698" r:id="rId13"/>
    <p:sldLayoutId id="2147483700" r:id="rId14"/>
    <p:sldLayoutId id="2147483711" r:id="rId15"/>
    <p:sldLayoutId id="2147483702" r:id="rId16"/>
    <p:sldLayoutId id="2147483688" r:id="rId17"/>
    <p:sldLayoutId id="2147483703" r:id="rId18"/>
    <p:sldLayoutId id="2147483684" r:id="rId19"/>
    <p:sldLayoutId id="2147483679" r:id="rId20"/>
    <p:sldLayoutId id="2147483682" r:id="rId21"/>
    <p:sldLayoutId id="2147483680" r:id="rId22"/>
    <p:sldLayoutId id="2147483681" r:id="rId23"/>
    <p:sldLayoutId id="2147483689" r:id="rId24"/>
    <p:sldLayoutId id="2147483690" r:id="rId25"/>
    <p:sldLayoutId id="2147483691" r:id="rId26"/>
    <p:sldLayoutId id="2147483692" r:id="rId27"/>
    <p:sldLayoutId id="2147483693" r:id="rId28"/>
    <p:sldLayoutId id="2147483694" r:id="rId29"/>
    <p:sldLayoutId id="2147483704" r:id="rId30"/>
    <p:sldLayoutId id="2147483705" r:id="rId31"/>
    <p:sldLayoutId id="2147483706" r:id="rId32"/>
    <p:sldLayoutId id="2147483707" r:id="rId33"/>
    <p:sldLayoutId id="2147483708" r:id="rId34"/>
    <p:sldLayoutId id="2147483653" r:id="rId35"/>
    <p:sldLayoutId id="2147483654" r:id="rId36"/>
    <p:sldLayoutId id="2147483709" r:id="rId37"/>
    <p:sldLayoutId id="2147483652" r:id="rId38"/>
    <p:sldLayoutId id="2147483686" r:id="rId39"/>
    <p:sldLayoutId id="2147483655" r:id="rId40"/>
    <p:sldLayoutId id="2147483656" r:id="rId41"/>
    <p:sldLayoutId id="2147483657" r:id="rId42"/>
    <p:sldLayoutId id="2147483658" r:id="rId43"/>
    <p:sldLayoutId id="2147483660" r:id="rId44"/>
    <p:sldLayoutId id="2147483661" r:id="rId45"/>
    <p:sldLayoutId id="2147483662" r:id="rId46"/>
    <p:sldLayoutId id="2147483663" r:id="rId47"/>
    <p:sldLayoutId id="2147483664" r:id="rId48"/>
    <p:sldLayoutId id="2147483665" r:id="rId49"/>
    <p:sldLayoutId id="2147483666" r:id="rId5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3200" b="1" i="0" u="none" strike="noStrike" cap="all" baseline="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642">
          <p15:clr>
            <a:srgbClr val="F26B43"/>
          </p15:clr>
        </p15:guide>
        <p15:guide id="2" orient="horz" pos="4201">
          <p15:clr>
            <a:srgbClr val="F26B43"/>
          </p15:clr>
        </p15:guide>
        <p15:guide id="3" pos="72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Guess the number</a:t>
            </a:r>
          </a:p>
        </p:txBody>
      </p:sp>
      <p:sp>
        <p:nvSpPr>
          <p:cNvPr id="4" name="Rectangle 3"/>
          <p:cNvSpPr/>
          <p:nvPr/>
        </p:nvSpPr>
        <p:spPr>
          <a:xfrm>
            <a:off x="704088" y="118872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1</a:t>
            </a:r>
          </a:p>
        </p:txBody>
      </p:sp>
      <p:sp>
        <p:nvSpPr>
          <p:cNvPr id="5" name="Rectangle 4"/>
          <p:cNvSpPr/>
          <p:nvPr/>
        </p:nvSpPr>
        <p:spPr>
          <a:xfrm>
            <a:off x="1828800" y="118872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Administrative accounts should be protected by multi-factor authentication, because they have a particularly high potential for damage and represent a preferred attack target.</a:t>
            </a:r>
          </a:p>
        </p:txBody>
      </p:sp>
      <p:sp>
        <p:nvSpPr>
          <p:cNvPr id="6" name="Rectangle 5"/>
          <p:cNvSpPr/>
          <p:nvPr/>
        </p:nvSpPr>
        <p:spPr>
          <a:xfrm>
            <a:off x="704088" y="268224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2</a:t>
            </a:r>
          </a:p>
        </p:txBody>
      </p:sp>
      <p:sp>
        <p:nvSpPr>
          <p:cNvPr id="7" name="Rectangle 6"/>
          <p:cNvSpPr/>
          <p:nvPr/>
        </p:nvSpPr>
        <p:spPr>
          <a:xfrm>
            <a:off x="1828800" y="268224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Create a cloud usage strategy (A1), a security policy (A2), service definitions (A3), and define responsibility areas as well as interfaces (A4). These four basic requirements must be met as a priority.</a:t>
            </a:r>
          </a:p>
        </p:txBody>
      </p:sp>
      <p:sp>
        <p:nvSpPr>
          <p:cNvPr id="8" name="Rectangle 7"/>
          <p:cNvSpPr/>
          <p:nvPr/>
        </p:nvSpPr>
        <p:spPr>
          <a:xfrm>
            <a:off x="704088" y="4175760"/>
            <a:ext cx="1097280" cy="1356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3</a:t>
            </a:r>
          </a:p>
        </p:txBody>
      </p:sp>
      <p:sp>
        <p:nvSpPr>
          <p:cNvPr id="9" name="Rectangle 8"/>
          <p:cNvSpPr/>
          <p:nvPr/>
        </p:nvSpPr>
        <p:spPr>
          <a:xfrm>
            <a:off x="1828800" y="4175760"/>
            <a:ext cx="9692640" cy="13563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When personnel changes occur, user IDs and permissions that are no longer needed must be removed promptly to avoid unauthorized access by former or transferred employees. Permissions may only be granted based on the actual need for task fulfillment.</a:t>
            </a:r>
          </a:p>
        </p:txBody>
      </p:sp>
      <p:sp>
        <p:nvSpPr>
          <p:cNvPr id="10" name="Rectangle 9"/>
          <p:cNvSpPr/>
          <p:nvPr/>
        </p:nvSpPr>
        <p:spPr>
          <a:xfrm>
            <a:off x="7863840" y="5806440"/>
            <a:ext cx="3657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r"/>
            <a:r>
              <a:rPr sz="1400" b="1">
                <a:solidFill>
                  <a:srgbClr val="B1063A"/>
                </a:solidFill>
              </a:rPr>
              <a:t>Mentimeter code: 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What is a claim?</a:t>
            </a:r>
          </a:p>
        </p:txBody>
      </p:sp>
      <p:sp>
        <p:nvSpPr>
          <p:cNvPr id="4" name="Rectangle 3"/>
          <p:cNvSpPr/>
          <p:nvPr/>
        </p:nvSpPr>
        <p:spPr>
          <a:xfrm>
            <a:off x="704088"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Everyday (dictionary)</a:t>
            </a:r>
          </a:p>
        </p:txBody>
      </p:sp>
      <p:sp>
        <p:nvSpPr>
          <p:cNvPr id="5" name="Rectangle 4"/>
          <p:cNvSpPr/>
          <p:nvPr/>
        </p:nvSpPr>
        <p:spPr>
          <a:xfrm>
            <a:off x="704088"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A claim is a sentence that states something.</a:t>
            </a:r>
          </a:p>
        </p:txBody>
      </p:sp>
      <p:sp>
        <p:nvSpPr>
          <p:cNvPr id="6" name="Rectangle 5"/>
          <p:cNvSpPr/>
          <p:nvPr/>
        </p:nvSpPr>
        <p:spPr>
          <a:xfrm>
            <a:off x="704088"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By that the example is one claim. One could also count two: main clause and subordinate clause are two sentences.</a:t>
            </a:r>
          </a:p>
        </p:txBody>
      </p:sp>
      <p:sp>
        <p:nvSpPr>
          <p:cNvPr id="7" name="Rectangle 6"/>
          <p:cNvSpPr/>
          <p:nvPr/>
        </p:nvSpPr>
        <p:spPr>
          <a:xfrm>
            <a:off x="4407408"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Logic</a:t>
            </a:r>
          </a:p>
        </p:txBody>
      </p:sp>
      <p:sp>
        <p:nvSpPr>
          <p:cNvPr id="8" name="Rectangle 7"/>
          <p:cNvSpPr/>
          <p:nvPr/>
        </p:nvSpPr>
        <p:spPr>
          <a:xfrm>
            <a:off x="4407408"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A claim is something that can be true or false on its own.</a:t>
            </a:r>
          </a:p>
        </p:txBody>
      </p:sp>
      <p:sp>
        <p:nvSpPr>
          <p:cNvPr id="9" name="Rectangle 8"/>
          <p:cNvSpPr/>
          <p:nvPr/>
        </p:nvSpPr>
        <p:spPr>
          <a:xfrm>
            <a:off x="4407408"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"A, because B and C" are three claims: A, B, C, plus the claim that B and C are the reason for A. By that the example has three to four claims.</a:t>
            </a:r>
          </a:p>
        </p:txBody>
      </p:sp>
      <p:sp>
        <p:nvSpPr>
          <p:cNvPr id="10" name="Rectangle 9"/>
          <p:cNvSpPr/>
          <p:nvPr/>
        </p:nvSpPr>
        <p:spPr>
          <a:xfrm>
            <a:off x="8110727" y="1280160"/>
            <a:ext cx="34290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212427"/>
                </a:solidFill>
              </a:rPr>
              <a:t>NLP research (FActScore)</a:t>
            </a:r>
          </a:p>
        </p:txBody>
      </p:sp>
      <p:sp>
        <p:nvSpPr>
          <p:cNvPr id="11" name="Rectangle 10"/>
          <p:cNvSpPr/>
          <p:nvPr/>
        </p:nvSpPr>
        <p:spPr>
          <a:xfrm>
            <a:off x="8110727" y="1874519"/>
            <a:ext cx="3429000" cy="16459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A claim is the smallest unit that carries one piece of information and can be checked against a source.</a:t>
            </a:r>
          </a:p>
        </p:txBody>
      </p:sp>
      <p:sp>
        <p:nvSpPr>
          <p:cNvPr id="12" name="Rectangle 11"/>
          <p:cNvSpPr/>
          <p:nvPr/>
        </p:nvSpPr>
        <p:spPr>
          <a:xfrm>
            <a:off x="8110727" y="3657600"/>
            <a:ext cx="3429000" cy="2011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Each element of a list counts. By that the example has three claims.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Working definition</a:t>
            </a:r>
          </a:p>
        </p:txBody>
      </p:sp>
      <p:sp>
        <p:nvSpPr>
          <p:cNvPr id="4" name="Rectangle 3"/>
          <p:cNvSpPr/>
          <p:nvPr/>
        </p:nvSpPr>
        <p:spPr>
          <a:xfrm>
            <a:off x="704088" y="1371600"/>
            <a:ext cx="10789920" cy="1188720"/>
          </a:xfrm>
          <a:prstGeom prst="rect">
            <a:avLst/>
          </a:prstGeom>
          <a:solidFill>
            <a:srgbClr val="FDE9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2200" b="0">
                <a:solidFill>
                  <a:srgbClr val="212427"/>
                </a:solidFill>
              </a:rPr>
              <a:t>A claim is the smallest part of the reference answer that can be checked against the Kompendium on its own.</a:t>
            </a:r>
          </a:p>
        </p:txBody>
      </p:sp>
      <p:sp>
        <p:nvSpPr>
          <p:cNvPr id="5" name="Rectangle 4"/>
          <p:cNvSpPr/>
          <p:nvPr/>
        </p:nvSpPr>
        <p:spPr>
          <a:xfrm>
            <a:off x="704088" y="292608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1</a:t>
            </a:r>
          </a:p>
        </p:txBody>
      </p:sp>
      <p:sp>
        <p:nvSpPr>
          <p:cNvPr id="6" name="Rectangle 5"/>
          <p:cNvSpPr/>
          <p:nvPr/>
        </p:nvSpPr>
        <p:spPr>
          <a:xfrm>
            <a:off x="1188720" y="292608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Every element of a list is its own claim.</a:t>
            </a:r>
          </a:p>
        </p:txBody>
      </p:sp>
      <p:sp>
        <p:nvSpPr>
          <p:cNvPr id="7" name="Rectangle 6"/>
          <p:cNvSpPr/>
          <p:nvPr/>
        </p:nvSpPr>
        <p:spPr>
          <a:xfrm>
            <a:off x="704088" y="365760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2</a:t>
            </a:r>
          </a:p>
        </p:txBody>
      </p:sp>
      <p:sp>
        <p:nvSpPr>
          <p:cNvPr id="8" name="Rectangle 7"/>
          <p:cNvSpPr/>
          <p:nvPr/>
        </p:nvSpPr>
        <p:spPr>
          <a:xfrm>
            <a:off x="1188720" y="365760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Every reason (because) and every purpose (in order to) is its own claim.</a:t>
            </a:r>
          </a:p>
        </p:txBody>
      </p:sp>
      <p:sp>
        <p:nvSpPr>
          <p:cNvPr id="9" name="Rectangle 8"/>
          <p:cNvSpPr/>
          <p:nvPr/>
        </p:nvSpPr>
        <p:spPr>
          <a:xfrm>
            <a:off x="704088" y="4389120"/>
            <a:ext cx="4572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800" b="1">
                <a:solidFill>
                  <a:srgbClr val="5A6065"/>
                </a:solidFill>
              </a:rPr>
              <a:t>3</a:t>
            </a:r>
          </a:p>
        </p:txBody>
      </p:sp>
      <p:sp>
        <p:nvSpPr>
          <p:cNvPr id="10" name="Rectangle 9"/>
          <p:cNvSpPr/>
          <p:nvPr/>
        </p:nvSpPr>
        <p:spPr>
          <a:xfrm>
            <a:off x="1188720" y="4389120"/>
            <a:ext cx="102412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600" b="0">
                <a:solidFill>
                  <a:srgbClr val="212427"/>
                </a:solidFill>
              </a:rPr>
              <a:t>Repetitions and filler do not count.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Example 1: how many claims?</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Administrative accounts should be protected by multi-factor authentication, because they have a particularly high potential for damage and represent a preferred attack target.</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Everyday</a:t>
            </a:r>
          </a:p>
        </p:txBody>
      </p:sp>
      <p:sp>
        <p:nvSpPr>
          <p:cNvPr id="6" name="Rectangle 5"/>
          <p:cNvSpPr/>
          <p:nvPr/>
        </p:nvSpPr>
        <p:spPr>
          <a:xfrm>
            <a:off x="2514600" y="2441448"/>
            <a:ext cx="7680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Administrative accounts should be protected by MFA, because they have a high potential for damage and are a preferred attack target.</a:t>
            </a:r>
          </a:p>
        </p:txBody>
      </p:sp>
      <p:sp>
        <p:nvSpPr>
          <p:cNvPr id="7" name="Rectangle 6"/>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1 (or 2)</a:t>
            </a:r>
          </a:p>
        </p:txBody>
      </p:sp>
      <p:sp>
        <p:nvSpPr>
          <p:cNvPr id="8" name="Rectangle 7"/>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Logic</a:t>
            </a:r>
          </a:p>
        </p:txBody>
      </p:sp>
      <p:sp>
        <p:nvSpPr>
          <p:cNvPr id="9" name="Rectangle 8"/>
          <p:cNvSpPr/>
          <p:nvPr/>
        </p:nvSpPr>
        <p:spPr>
          <a:xfrm>
            <a:off x="25146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admin accounts should be protected by MFA</a:t>
            </a:r>
          </a:p>
        </p:txBody>
      </p:sp>
      <p:sp>
        <p:nvSpPr>
          <p:cNvPr id="10" name="Rectangle 9"/>
          <p:cNvSpPr/>
          <p:nvPr/>
        </p:nvSpPr>
        <p:spPr>
          <a:xfrm>
            <a:off x="44577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they have a high potential for damage</a:t>
            </a:r>
          </a:p>
        </p:txBody>
      </p:sp>
      <p:sp>
        <p:nvSpPr>
          <p:cNvPr id="11" name="Rectangle 10"/>
          <p:cNvSpPr/>
          <p:nvPr/>
        </p:nvSpPr>
        <p:spPr>
          <a:xfrm>
            <a:off x="64008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they are a preferred attack target</a:t>
            </a:r>
          </a:p>
        </p:txBody>
      </p:sp>
      <p:sp>
        <p:nvSpPr>
          <p:cNvPr id="12" name="Rectangle 11"/>
          <p:cNvSpPr/>
          <p:nvPr/>
        </p:nvSpPr>
        <p:spPr>
          <a:xfrm>
            <a:off x="8343900" y="3602736"/>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because: that is the reason</a:t>
            </a:r>
          </a:p>
        </p:txBody>
      </p:sp>
      <p:sp>
        <p:nvSpPr>
          <p:cNvPr id="13" name="Rectangle 12"/>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3 to 4</a:t>
            </a:r>
          </a:p>
        </p:txBody>
      </p:sp>
      <p:sp>
        <p:nvSpPr>
          <p:cNvPr id="14" name="Rectangle 13"/>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Working definition</a:t>
            </a:r>
          </a:p>
        </p:txBody>
      </p:sp>
      <p:sp>
        <p:nvSpPr>
          <p:cNvPr id="15" name="Rectangle 14"/>
          <p:cNvSpPr/>
          <p:nvPr/>
        </p:nvSpPr>
        <p:spPr>
          <a:xfrm>
            <a:off x="25146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admin accounts should be protected by MFA</a:t>
            </a:r>
          </a:p>
        </p:txBody>
      </p:sp>
      <p:sp>
        <p:nvSpPr>
          <p:cNvPr id="16" name="Rectangle 15"/>
          <p:cNvSpPr/>
          <p:nvPr/>
        </p:nvSpPr>
        <p:spPr>
          <a:xfrm>
            <a:off x="51054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reason: high potential for damage</a:t>
            </a:r>
          </a:p>
        </p:txBody>
      </p:sp>
      <p:sp>
        <p:nvSpPr>
          <p:cNvPr id="17" name="Rectangle 16"/>
          <p:cNvSpPr/>
          <p:nvPr/>
        </p:nvSpPr>
        <p:spPr>
          <a:xfrm>
            <a:off x="7696200" y="4764024"/>
            <a:ext cx="24993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reason: preferred attack target</a:t>
            </a:r>
          </a:p>
        </p:txBody>
      </p:sp>
      <p:sp>
        <p:nvSpPr>
          <p:cNvPr id="18" name="Rectangle 17"/>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Example 2: how many claims?</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Create a cloud usage strategy (A1), a security policy (A2), service definitions (A3), and define responsibility areas as well as interfaces (A4). These four basic requirements must be met as a priority.</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Everyday</a:t>
            </a:r>
          </a:p>
        </p:txBody>
      </p:sp>
      <p:sp>
        <p:nvSpPr>
          <p:cNvPr id="6" name="Rectangle 5"/>
          <p:cNvSpPr/>
          <p:nvPr/>
        </p:nvSpPr>
        <p:spPr>
          <a:xfrm>
            <a:off x="25146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Create ... (A4).</a:t>
            </a:r>
          </a:p>
        </p:txBody>
      </p:sp>
      <p:sp>
        <p:nvSpPr>
          <p:cNvPr id="7" name="Rectangle 6"/>
          <p:cNvSpPr/>
          <p:nvPr/>
        </p:nvSpPr>
        <p:spPr>
          <a:xfrm>
            <a:off x="64008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These four basic requirements must be met as a priority.</a:t>
            </a:r>
          </a:p>
        </p:txBody>
      </p:sp>
      <p:sp>
        <p:nvSpPr>
          <p:cNvPr id="8" name="Rectangle 7"/>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2</a:t>
            </a:r>
          </a:p>
        </p:txBody>
      </p:sp>
      <p:sp>
        <p:nvSpPr>
          <p:cNvPr id="9" name="Rectangle 8"/>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Logic</a:t>
            </a:r>
          </a:p>
        </p:txBody>
      </p:sp>
      <p:sp>
        <p:nvSpPr>
          <p:cNvPr id="10" name="Rectangle 9"/>
          <p:cNvSpPr/>
          <p:nvPr/>
        </p:nvSpPr>
        <p:spPr>
          <a:xfrm>
            <a:off x="25146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cloud usage strategy (A1)</a:t>
            </a:r>
          </a:p>
        </p:txBody>
      </p:sp>
      <p:sp>
        <p:nvSpPr>
          <p:cNvPr id="11" name="Rectangle 10"/>
          <p:cNvSpPr/>
          <p:nvPr/>
        </p:nvSpPr>
        <p:spPr>
          <a:xfrm>
            <a:off x="38100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security policy (A2)</a:t>
            </a:r>
          </a:p>
        </p:txBody>
      </p:sp>
      <p:sp>
        <p:nvSpPr>
          <p:cNvPr id="12" name="Rectangle 11"/>
          <p:cNvSpPr/>
          <p:nvPr/>
        </p:nvSpPr>
        <p:spPr>
          <a:xfrm>
            <a:off x="51054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service definitions (A3)</a:t>
            </a:r>
          </a:p>
        </p:txBody>
      </p:sp>
      <p:sp>
        <p:nvSpPr>
          <p:cNvPr id="13" name="Rectangle 12"/>
          <p:cNvSpPr/>
          <p:nvPr/>
        </p:nvSpPr>
        <p:spPr>
          <a:xfrm>
            <a:off x="64008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responsibilities (A4)</a:t>
            </a:r>
          </a:p>
        </p:txBody>
      </p:sp>
      <p:sp>
        <p:nvSpPr>
          <p:cNvPr id="14" name="Rectangle 13"/>
          <p:cNvSpPr/>
          <p:nvPr/>
        </p:nvSpPr>
        <p:spPr>
          <a:xfrm>
            <a:off x="76962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meet as a priority</a:t>
            </a:r>
          </a:p>
        </p:txBody>
      </p:sp>
      <p:sp>
        <p:nvSpPr>
          <p:cNvPr id="15" name="Rectangle 14"/>
          <p:cNvSpPr/>
          <p:nvPr/>
        </p:nvSpPr>
        <p:spPr>
          <a:xfrm>
            <a:off x="8991600" y="3602736"/>
            <a:ext cx="12039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there are four</a:t>
            </a:r>
          </a:p>
        </p:txBody>
      </p:sp>
      <p:sp>
        <p:nvSpPr>
          <p:cNvPr id="16" name="Rectangle 15"/>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5 to 6</a:t>
            </a:r>
          </a:p>
        </p:txBody>
      </p:sp>
      <p:sp>
        <p:nvSpPr>
          <p:cNvPr id="17" name="Rectangle 16"/>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Working definition</a:t>
            </a:r>
          </a:p>
        </p:txBody>
      </p:sp>
      <p:sp>
        <p:nvSpPr>
          <p:cNvPr id="18" name="Rectangle 17"/>
          <p:cNvSpPr/>
          <p:nvPr/>
        </p:nvSpPr>
        <p:spPr>
          <a:xfrm>
            <a:off x="251460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cloud usage strategy (A1)</a:t>
            </a:r>
          </a:p>
        </p:txBody>
      </p:sp>
      <p:sp>
        <p:nvSpPr>
          <p:cNvPr id="19" name="Rectangle 18"/>
          <p:cNvSpPr/>
          <p:nvPr/>
        </p:nvSpPr>
        <p:spPr>
          <a:xfrm>
            <a:off x="406908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security policy (A2)</a:t>
            </a:r>
          </a:p>
        </p:txBody>
      </p:sp>
      <p:sp>
        <p:nvSpPr>
          <p:cNvPr id="20" name="Rectangle 19"/>
          <p:cNvSpPr/>
          <p:nvPr/>
        </p:nvSpPr>
        <p:spPr>
          <a:xfrm>
            <a:off x="562356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service definitions (A3)</a:t>
            </a:r>
          </a:p>
        </p:txBody>
      </p:sp>
      <p:sp>
        <p:nvSpPr>
          <p:cNvPr id="21" name="Rectangle 20"/>
          <p:cNvSpPr/>
          <p:nvPr/>
        </p:nvSpPr>
        <p:spPr>
          <a:xfrm>
            <a:off x="717804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responsibilities (A4)</a:t>
            </a:r>
          </a:p>
        </p:txBody>
      </p:sp>
      <p:sp>
        <p:nvSpPr>
          <p:cNvPr id="22" name="Rectangle 21"/>
          <p:cNvSpPr/>
          <p:nvPr/>
        </p:nvSpPr>
        <p:spPr>
          <a:xfrm>
            <a:off x="8732520" y="4764024"/>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meet as a priority</a:t>
            </a:r>
          </a:p>
        </p:txBody>
      </p:sp>
      <p:sp>
        <p:nvSpPr>
          <p:cNvPr id="23" name="Rectangle 22"/>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Example 3: how many claims?</a:t>
            </a:r>
          </a:p>
        </p:txBody>
      </p:sp>
      <p:sp>
        <p:nvSpPr>
          <p:cNvPr id="4" name="Rectangle 3"/>
          <p:cNvSpPr/>
          <p:nvPr/>
        </p:nvSpPr>
        <p:spPr>
          <a:xfrm>
            <a:off x="704088" y="1143000"/>
            <a:ext cx="10789920" cy="96012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When personnel changes occur, user IDs and permissions that are no longer needed must be removed promptly to avoid unauthorized access by former or transferred employees. Permissions may only be granted based on the actual need for task fulfillment.</a:t>
            </a:r>
          </a:p>
        </p:txBody>
      </p:sp>
      <p:sp>
        <p:nvSpPr>
          <p:cNvPr id="5" name="Rectangle 4"/>
          <p:cNvSpPr/>
          <p:nvPr/>
        </p:nvSpPr>
        <p:spPr>
          <a:xfrm>
            <a:off x="704088" y="2331720"/>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Everyday</a:t>
            </a:r>
          </a:p>
        </p:txBody>
      </p:sp>
      <p:sp>
        <p:nvSpPr>
          <p:cNvPr id="6" name="Rectangle 5"/>
          <p:cNvSpPr/>
          <p:nvPr/>
        </p:nvSpPr>
        <p:spPr>
          <a:xfrm>
            <a:off x="25146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When personnel changes occur ... employees.</a:t>
            </a:r>
          </a:p>
        </p:txBody>
      </p:sp>
      <p:sp>
        <p:nvSpPr>
          <p:cNvPr id="7" name="Rectangle 6"/>
          <p:cNvSpPr/>
          <p:nvPr/>
        </p:nvSpPr>
        <p:spPr>
          <a:xfrm>
            <a:off x="6400800" y="2441448"/>
            <a:ext cx="37947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200" b="0">
                <a:solidFill>
                  <a:srgbClr val="212427"/>
                </a:solidFill>
              </a:rPr>
              <a:t>Permissions may only be granted ... fulfillment.</a:t>
            </a:r>
          </a:p>
        </p:txBody>
      </p:sp>
      <p:sp>
        <p:nvSpPr>
          <p:cNvPr id="8" name="Rectangle 7"/>
          <p:cNvSpPr/>
          <p:nvPr/>
        </p:nvSpPr>
        <p:spPr>
          <a:xfrm>
            <a:off x="10332720" y="2331720"/>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2</a:t>
            </a:r>
          </a:p>
        </p:txBody>
      </p:sp>
      <p:sp>
        <p:nvSpPr>
          <p:cNvPr id="9" name="Rectangle 8"/>
          <p:cNvSpPr/>
          <p:nvPr/>
        </p:nvSpPr>
        <p:spPr>
          <a:xfrm>
            <a:off x="704088" y="3493008"/>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Logic</a:t>
            </a:r>
          </a:p>
        </p:txBody>
      </p:sp>
      <p:sp>
        <p:nvSpPr>
          <p:cNvPr id="10" name="Rectangle 9"/>
          <p:cNvSpPr/>
          <p:nvPr/>
        </p:nvSpPr>
        <p:spPr>
          <a:xfrm>
            <a:off x="251460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remove user IDs</a:t>
            </a:r>
          </a:p>
        </p:txBody>
      </p:sp>
      <p:sp>
        <p:nvSpPr>
          <p:cNvPr id="11" name="Rectangle 10"/>
          <p:cNvSpPr/>
          <p:nvPr/>
        </p:nvSpPr>
        <p:spPr>
          <a:xfrm>
            <a:off x="406908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remove permissions</a:t>
            </a:r>
          </a:p>
        </p:txBody>
      </p:sp>
      <p:sp>
        <p:nvSpPr>
          <p:cNvPr id="12" name="Rectangle 11"/>
          <p:cNvSpPr/>
          <p:nvPr/>
        </p:nvSpPr>
        <p:spPr>
          <a:xfrm>
            <a:off x="562356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promptly</a:t>
            </a:r>
          </a:p>
        </p:txBody>
      </p:sp>
      <p:sp>
        <p:nvSpPr>
          <p:cNvPr id="13" name="Rectangle 12"/>
          <p:cNvSpPr/>
          <p:nvPr/>
        </p:nvSpPr>
        <p:spPr>
          <a:xfrm>
            <a:off x="717804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purpose: avoid unauthorized access</a:t>
            </a:r>
          </a:p>
        </p:txBody>
      </p:sp>
      <p:sp>
        <p:nvSpPr>
          <p:cNvPr id="14" name="Rectangle 13"/>
          <p:cNvSpPr/>
          <p:nvPr/>
        </p:nvSpPr>
        <p:spPr>
          <a:xfrm>
            <a:off x="8732520" y="3602736"/>
            <a:ext cx="146304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000" b="0">
                <a:solidFill>
                  <a:srgbClr val="212427"/>
                </a:solidFill>
              </a:rPr>
              <a:t>permissions only as needed</a:t>
            </a:r>
          </a:p>
        </p:txBody>
      </p:sp>
      <p:sp>
        <p:nvSpPr>
          <p:cNvPr id="15" name="Rectangle 14"/>
          <p:cNvSpPr/>
          <p:nvPr/>
        </p:nvSpPr>
        <p:spPr>
          <a:xfrm>
            <a:off x="10332720" y="3493008"/>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4 to 5</a:t>
            </a:r>
          </a:p>
        </p:txBody>
      </p:sp>
      <p:sp>
        <p:nvSpPr>
          <p:cNvPr id="16" name="Rectangle 15"/>
          <p:cNvSpPr/>
          <p:nvPr/>
        </p:nvSpPr>
        <p:spPr>
          <a:xfrm>
            <a:off x="704088" y="4654296"/>
            <a:ext cx="182880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200" b="1">
                <a:solidFill>
                  <a:srgbClr val="5A6065"/>
                </a:solidFill>
              </a:rPr>
              <a:t>Working definition</a:t>
            </a:r>
          </a:p>
        </p:txBody>
      </p:sp>
      <p:sp>
        <p:nvSpPr>
          <p:cNvPr id="17" name="Rectangle 16"/>
          <p:cNvSpPr/>
          <p:nvPr/>
        </p:nvSpPr>
        <p:spPr>
          <a:xfrm>
            <a:off x="25146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remove user IDs and permissions</a:t>
            </a:r>
          </a:p>
        </p:txBody>
      </p:sp>
      <p:sp>
        <p:nvSpPr>
          <p:cNvPr id="18" name="Rectangle 17"/>
          <p:cNvSpPr/>
          <p:nvPr/>
        </p:nvSpPr>
        <p:spPr>
          <a:xfrm>
            <a:off x="44577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promptly</a:t>
            </a:r>
          </a:p>
        </p:txBody>
      </p:sp>
      <p:sp>
        <p:nvSpPr>
          <p:cNvPr id="19" name="Rectangle 18"/>
          <p:cNvSpPr/>
          <p:nvPr/>
        </p:nvSpPr>
        <p:spPr>
          <a:xfrm>
            <a:off x="64008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purpose: avoid unauthorized access</a:t>
            </a:r>
          </a:p>
        </p:txBody>
      </p:sp>
      <p:sp>
        <p:nvSpPr>
          <p:cNvPr id="20" name="Rectangle 19"/>
          <p:cNvSpPr/>
          <p:nvPr/>
        </p:nvSpPr>
        <p:spPr>
          <a:xfrm>
            <a:off x="8343900" y="4764024"/>
            <a:ext cx="1851660" cy="832103"/>
          </a:xfrm>
          <a:prstGeom prst="rect">
            <a:avLst/>
          </a:prstGeom>
          <a:noFill/>
          <a:ln w="9525">
            <a:solidFill>
              <a:srgbClr val="21242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100" b="0">
                <a:solidFill>
                  <a:srgbClr val="212427"/>
                </a:solidFill>
              </a:rPr>
              <a:t>permissions only as needed</a:t>
            </a:r>
          </a:p>
        </p:txBody>
      </p:sp>
      <p:sp>
        <p:nvSpPr>
          <p:cNvPr id="21" name="Rectangle 20"/>
          <p:cNvSpPr/>
          <p:nvPr/>
        </p:nvSpPr>
        <p:spPr>
          <a:xfrm>
            <a:off x="10332720" y="4654296"/>
            <a:ext cx="1188720" cy="1051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r"/>
            <a:r>
              <a:rPr sz="2400" b="1">
                <a:solidFill>
                  <a:srgbClr val="212427"/>
                </a:solidFill>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Guess the number, round 2</a:t>
            </a:r>
          </a:p>
        </p:txBody>
      </p:sp>
      <p:sp>
        <p:nvSpPr>
          <p:cNvPr id="4" name="Rectangle 3"/>
          <p:cNvSpPr/>
          <p:nvPr/>
        </p:nvSpPr>
        <p:spPr>
          <a:xfrm>
            <a:off x="704088" y="1188720"/>
            <a:ext cx="10789920" cy="868680"/>
          </a:xfrm>
          <a:prstGeom prst="rect">
            <a:avLst/>
          </a:prstGeom>
          <a:solidFill>
            <a:srgbClr val="FDE9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A claim is the smallest part of the reference answer that can be checked against the Kompendium on its own.</a:t>
            </a:r>
          </a:p>
        </p:txBody>
      </p:sp>
      <p:sp>
        <p:nvSpPr>
          <p:cNvPr id="5" name="Rectangle 4"/>
          <p:cNvSpPr/>
          <p:nvPr/>
        </p:nvSpPr>
        <p:spPr>
          <a:xfrm>
            <a:off x="704088" y="2240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1</a:t>
            </a:r>
          </a:p>
        </p:txBody>
      </p:sp>
      <p:sp>
        <p:nvSpPr>
          <p:cNvPr id="6" name="Rectangle 5"/>
          <p:cNvSpPr/>
          <p:nvPr/>
        </p:nvSpPr>
        <p:spPr>
          <a:xfrm>
            <a:off x="1828800" y="2240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Administrative accounts should be protected by multi-factor authentication, because they have a particularly high potential for damage and represent a preferred attack target.</a:t>
            </a:r>
          </a:p>
        </p:txBody>
      </p:sp>
      <p:sp>
        <p:nvSpPr>
          <p:cNvPr id="7" name="Rectangle 6"/>
          <p:cNvSpPr/>
          <p:nvPr/>
        </p:nvSpPr>
        <p:spPr>
          <a:xfrm>
            <a:off x="704088" y="3383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2</a:t>
            </a:r>
          </a:p>
        </p:txBody>
      </p:sp>
      <p:sp>
        <p:nvSpPr>
          <p:cNvPr id="8" name="Rectangle 7"/>
          <p:cNvSpPr/>
          <p:nvPr/>
        </p:nvSpPr>
        <p:spPr>
          <a:xfrm>
            <a:off x="1828800" y="3383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Create a cloud usage strategy (A1), a security policy (A2), service definitions (A3), and define responsibility areas as well as interfaces (A4). These four basic requirements must be met as a priority.</a:t>
            </a:r>
          </a:p>
        </p:txBody>
      </p:sp>
      <p:sp>
        <p:nvSpPr>
          <p:cNvPr id="9" name="Rectangle 8"/>
          <p:cNvSpPr/>
          <p:nvPr/>
        </p:nvSpPr>
        <p:spPr>
          <a:xfrm>
            <a:off x="704088" y="4526280"/>
            <a:ext cx="10972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1">
                <a:solidFill>
                  <a:srgbClr val="5A6065"/>
                </a:solidFill>
              </a:rPr>
              <a:t>Text 3</a:t>
            </a:r>
          </a:p>
        </p:txBody>
      </p:sp>
      <p:sp>
        <p:nvSpPr>
          <p:cNvPr id="10" name="Rectangle 9"/>
          <p:cNvSpPr/>
          <p:nvPr/>
        </p:nvSpPr>
        <p:spPr>
          <a:xfrm>
            <a:off x="1828800" y="4526280"/>
            <a:ext cx="9692640" cy="100584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400" b="0">
                <a:solidFill>
                  <a:srgbClr val="212427"/>
                </a:solidFill>
              </a:rPr>
              <a:t>When personnel changes occur, user IDs and permissions that are no longer needed must be removed promptly to avoid unauthorized access by former or transferred employees. Permissions may only be granted based on the actual need for task fulfillment.</a:t>
            </a:r>
          </a:p>
        </p:txBody>
      </p:sp>
      <p:sp>
        <p:nvSpPr>
          <p:cNvPr id="11" name="Rectangle 10"/>
          <p:cNvSpPr/>
          <p:nvPr/>
        </p:nvSpPr>
        <p:spPr>
          <a:xfrm>
            <a:off x="7863840" y="5806440"/>
            <a:ext cx="3657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r"/>
            <a:r>
              <a:rPr sz="1400" b="1">
                <a:solidFill>
                  <a:srgbClr val="B1063A"/>
                </a:solidFill>
              </a:rPr>
              <a:t>Mentimeter code: ____</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What RAGAS tells the judge</a:t>
            </a:r>
          </a:p>
        </p:txBody>
      </p:sp>
      <p:sp>
        <p:nvSpPr>
          <p:cNvPr id="4" name="Rectangle 3"/>
          <p:cNvSpPr/>
          <p:nvPr/>
        </p:nvSpPr>
        <p:spPr>
          <a:xfrm>
            <a:off x="704088" y="1188720"/>
            <a:ext cx="10789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400" b="0">
                <a:solidFill>
                  <a:srgbClr val="5A6065"/>
                </a:solidFill>
              </a:rPr>
              <a:t>The instruction to the judge, verbatim:</a:t>
            </a:r>
          </a:p>
        </p:txBody>
      </p:sp>
      <p:sp>
        <p:nvSpPr>
          <p:cNvPr id="5" name="Rectangle 4"/>
          <p:cNvSpPr/>
          <p:nvPr/>
        </p:nvSpPr>
        <p:spPr>
          <a:xfrm>
            <a:off x="704088" y="1600200"/>
            <a:ext cx="10789920" cy="91440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500" b="0">
                <a:solidFill>
                  <a:srgbClr val="212427"/>
                </a:solidFill>
              </a:rPr>
              <a:t>Given a context, and an answer, analyze each statement in the answer and classify if the statement can be attributed to the given context or not.</a:t>
            </a:r>
          </a:p>
        </p:txBody>
      </p:sp>
      <p:sp>
        <p:nvSpPr>
          <p:cNvPr id="6" name="Rectangle 5"/>
          <p:cNvSpPr/>
          <p:nvPr/>
        </p:nvSpPr>
        <p:spPr>
          <a:xfrm>
            <a:off x="704088" y="2651760"/>
            <a:ext cx="10789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No definition. The judge decides for itself what a claim is.</a:t>
            </a:r>
          </a:p>
        </p:txBody>
      </p:sp>
      <p:sp>
        <p:nvSpPr>
          <p:cNvPr id="7" name="Rectangle 6"/>
          <p:cNvSpPr/>
          <p:nvPr/>
        </p:nvSpPr>
        <p:spPr>
          <a:xfrm>
            <a:off x="704088" y="3200400"/>
            <a:ext cx="10789920" cy="822960"/>
          </a:xfrm>
          <a:prstGeom prst="rect">
            <a:avLst/>
          </a:prstGeom>
          <a:noFill/>
          <a:ln w="9525">
            <a:solidFill>
              <a:srgbClr val="D6D7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a:r>
              <a:rPr sz="1300" b="0">
                <a:solidFill>
                  <a:srgbClr val="5A6065"/>
                </a:solidFill>
              </a:rPr>
              <a:t>Companies can apply for pilot projects and receive 2 to 3 days per week of active project support to develop a prototype together. They can also use the computing infrastructure.</a:t>
            </a:r>
          </a:p>
        </p:txBody>
      </p:sp>
      <p:sp>
        <p:nvSpPr>
          <p:cNvPr id="8" name="Rectangle 7"/>
          <p:cNvSpPr/>
          <p:nvPr/>
        </p:nvSpPr>
        <p:spPr>
          <a:xfrm>
            <a:off x="704088" y="4023360"/>
            <a:ext cx="530352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gpt-oss-120b</a:t>
            </a:r>
          </a:p>
        </p:txBody>
      </p:sp>
      <p:sp>
        <p:nvSpPr>
          <p:cNvPr id="9" name="Rectangle 8"/>
          <p:cNvSpPr/>
          <p:nvPr/>
        </p:nvSpPr>
        <p:spPr>
          <a:xfrm>
            <a:off x="704088" y="4434840"/>
            <a:ext cx="530352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2800" b="1">
                <a:solidFill>
                  <a:srgbClr val="212427"/>
                </a:solidFill>
              </a:rPr>
              <a:t>2 claims</a:t>
            </a:r>
          </a:p>
        </p:txBody>
      </p:sp>
      <p:sp>
        <p:nvSpPr>
          <p:cNvPr id="10" name="Rectangle 9"/>
          <p:cNvSpPr/>
          <p:nvPr/>
        </p:nvSpPr>
        <p:spPr>
          <a:xfrm>
            <a:off x="704088" y="498348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mostly splits per sentence</a:t>
            </a:r>
          </a:p>
        </p:txBody>
      </p:sp>
      <p:sp>
        <p:nvSpPr>
          <p:cNvPr id="11" name="Rectangle 10"/>
          <p:cNvSpPr/>
          <p:nvPr/>
        </p:nvSpPr>
        <p:spPr>
          <a:xfrm>
            <a:off x="6190488" y="4023360"/>
            <a:ext cx="530352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600" b="1">
                <a:solidFill>
                  <a:srgbClr val="212427"/>
                </a:solidFill>
              </a:rPr>
              <a:t>llama-3-3-70b</a:t>
            </a:r>
          </a:p>
        </p:txBody>
      </p:sp>
      <p:sp>
        <p:nvSpPr>
          <p:cNvPr id="12" name="Rectangle 11"/>
          <p:cNvSpPr/>
          <p:nvPr/>
        </p:nvSpPr>
        <p:spPr>
          <a:xfrm>
            <a:off x="6190488" y="4434840"/>
            <a:ext cx="530352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2800" b="1">
                <a:solidFill>
                  <a:srgbClr val="212427"/>
                </a:solidFill>
              </a:rPr>
              <a:t>4 claims</a:t>
            </a:r>
          </a:p>
        </p:txBody>
      </p:sp>
      <p:sp>
        <p:nvSpPr>
          <p:cNvPr id="13" name="Rectangle 12"/>
          <p:cNvSpPr/>
          <p:nvPr/>
        </p:nvSpPr>
        <p:spPr>
          <a:xfrm>
            <a:off x="6190488" y="498348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300" b="0">
                <a:solidFill>
                  <a:srgbClr val="5A6065"/>
                </a:solidFill>
              </a:rPr>
              <a:t>splits finer</a:t>
            </a:r>
          </a:p>
        </p:txBody>
      </p:sp>
      <p:sp>
        <p:nvSpPr>
          <p:cNvPr id="14" name="Rectangle 13"/>
          <p:cNvSpPr/>
          <p:nvPr/>
        </p:nvSpPr>
        <p:spPr>
          <a:xfrm>
            <a:off x="704088" y="5349240"/>
            <a:ext cx="10789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l"/>
            <a:r>
              <a:rPr sz="1200" b="0">
                <a:solidFill>
                  <a:srgbClr val="5A6065"/>
                </a:solidFill>
              </a:rPr>
              <a:t>The same reference answer from notebook 2, section E b. The denominator of Context Recall depends on who splits.</a:t>
            </a:r>
          </a:p>
        </p:txBody>
      </p:sp>
    </p:spTree>
  </p:cSld>
  <p:clrMapOvr>
    <a:masterClrMapping/>
  </p:clrMapOvr>
</p:sld>
</file>

<file path=ppt/theme/theme1.xml><?xml version="1.0" encoding="utf-8"?>
<a:theme xmlns:a="http://schemas.openxmlformats.org/drawingml/2006/main" name="HPI">
  <a:themeElements>
    <a:clrScheme name="Benutzerdefiniert 3">
      <a:dk1>
        <a:srgbClr val="5A6065"/>
      </a:dk1>
      <a:lt1>
        <a:srgbClr val="FFFFFF"/>
      </a:lt1>
      <a:dk2>
        <a:srgbClr val="5A6065"/>
      </a:dk2>
      <a:lt2>
        <a:srgbClr val="FFFFFF"/>
      </a:lt2>
      <a:accent1>
        <a:srgbClr val="B1063A"/>
      </a:accent1>
      <a:accent2>
        <a:srgbClr val="DD6108"/>
      </a:accent2>
      <a:accent3>
        <a:srgbClr val="F6A800"/>
      </a:accent3>
      <a:accent4>
        <a:srgbClr val="007A9E"/>
      </a:accent4>
      <a:accent5>
        <a:srgbClr val="18E979"/>
      </a:accent5>
      <a:accent6>
        <a:srgbClr val="8B9094"/>
      </a:accent6>
      <a:hlink>
        <a:srgbClr val="F6A800"/>
      </a:hlink>
      <a:folHlink>
        <a:srgbClr val="DD6108"/>
      </a:folHlink>
    </a:clrScheme>
    <a:fontScheme name="AISC">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Words>
  <Application>Microsoft Office PowerPoint</Application>
  <PresentationFormat>Breitbild</PresentationFormat>
  <Paragraphs>5</Paragraphs>
  <Slides>8</Slides>
  <Notes>2</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vt:i4>
      </vt:variant>
    </vt:vector>
  </HeadingPairs>
  <TitlesOfParts>
    <vt:vector size="12" baseType="lpstr">
      <vt:lpstr>Arial</vt:lpstr>
      <vt:lpstr>Calibri</vt:lpstr>
      <vt:lpstr>Verdana</vt:lpstr>
      <vt:lpstr>HPI</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Kohlmeyer, Lasse</dc:creator>
  <cp:lastModifiedBy>Kohlmeyer, Lasse</cp:lastModifiedBy>
  <cp:revision>21</cp:revision>
  <dcterms:modified xsi:type="dcterms:W3CDTF">2026-08-20T14:19:48Z</dcterms:modified>
</cp:coreProperties>
</file>